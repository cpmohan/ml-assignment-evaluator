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2c3847d66142d0" /><Relationship Type="http://schemas.openxmlformats.org/officeDocument/2006/relationships/extended-properties" Target="/docProps/app.xml" Id="R66e74cba4f2240c6" /><Relationship Type="http://schemas.openxmlformats.org/officeDocument/2006/relationships/officeDocument" Target="/ppt/presentation.xml" Id="Rb32959dbd5554d5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3cc7fb296ab40db"/>
    <p:sldMasterId xmlns:r="http://schemas.openxmlformats.org/officeDocument/2006/relationships" id="2147483660" r:id="Ra15c01c1fc41486c"/>
    <p:sldMasterId xmlns:r="http://schemas.openxmlformats.org/officeDocument/2006/relationships" id="2147483674" r:id="Rc1df1ee081e9456f"/>
    <p:sldMasterId xmlns:r="http://schemas.openxmlformats.org/officeDocument/2006/relationships" id="2147483690" r:id="Rbe240bd5bf4e4168"/>
  </p:sldMasterIdLst>
  <p:notesMasterIdLst>
    <p:notesMasterId xmlns:r="http://schemas.openxmlformats.org/officeDocument/2006/relationships" r:id="R7910743a1ee94189"/>
  </p:notesMasterIdLst>
  <p:sldIdLst>
    <p:sldId xmlns:r="http://schemas.openxmlformats.org/officeDocument/2006/relationships" id="256" r:id="R40131af066844fbf"/>
    <p:sldId xmlns:r="http://schemas.openxmlformats.org/officeDocument/2006/relationships" id="257" r:id="R91d8529a0d224f66"/>
    <p:sldId xmlns:r="http://schemas.openxmlformats.org/officeDocument/2006/relationships" id="258" r:id="Rc104af4730c742ec"/>
    <p:sldId xmlns:r="http://schemas.openxmlformats.org/officeDocument/2006/relationships" id="259" r:id="Rf22394762f334264"/>
    <p:sldId xmlns:r="http://schemas.openxmlformats.org/officeDocument/2006/relationships" id="260" r:id="Rb1071a65929d483d"/>
    <p:sldId xmlns:r="http://schemas.openxmlformats.org/officeDocument/2006/relationships" id="261" r:id="R72d0e73a6c0e4916"/>
    <p:sldId xmlns:r="http://schemas.openxmlformats.org/officeDocument/2006/relationships" id="262" r:id="Rc230f0bb87cb4325"/>
    <p:sldId xmlns:r="http://schemas.openxmlformats.org/officeDocument/2006/relationships" id="263" r:id="R2a8e1e6b8aac4e14"/>
    <p:sldId xmlns:r="http://schemas.openxmlformats.org/officeDocument/2006/relationships" id="264" r:id="Rea3d6e78c35a474f"/>
    <p:sldId xmlns:r="http://schemas.openxmlformats.org/officeDocument/2006/relationships" id="265" r:id="Rdefcc62d836942ee"/>
    <p:sldId xmlns:r="http://schemas.openxmlformats.org/officeDocument/2006/relationships" id="266" r:id="Rf5f30139524a4e34"/>
    <p:sldId xmlns:r="http://schemas.openxmlformats.org/officeDocument/2006/relationships" id="267" r:id="R511bc7514931489b"/>
    <p:sldId xmlns:r="http://schemas.openxmlformats.org/officeDocument/2006/relationships" id="268" r:id="R0f98cddfcf354ca0"/>
    <p:sldId xmlns:r="http://schemas.openxmlformats.org/officeDocument/2006/relationships" id="269" r:id="Rd8aa57faddfc4e31"/>
    <p:sldId xmlns:r="http://schemas.openxmlformats.org/officeDocument/2006/relationships" id="270" r:id="R0aa694cd043c412a"/>
    <p:sldId xmlns:r="http://schemas.openxmlformats.org/officeDocument/2006/relationships" id="271" r:id="Rc2bb8515af664509"/>
    <p:sldId xmlns:r="http://schemas.openxmlformats.org/officeDocument/2006/relationships" id="272" r:id="Re972aeddb6754a8e"/>
    <p:sldId xmlns:r="http://schemas.openxmlformats.org/officeDocument/2006/relationships" id="273" r:id="R82b4d5047b3d4d16"/>
    <p:sldId xmlns:r="http://schemas.openxmlformats.org/officeDocument/2006/relationships" id="274" r:id="R058ac1a693124cb0"/>
    <p:sldId xmlns:r="http://schemas.openxmlformats.org/officeDocument/2006/relationships" id="275" r:id="R56fa5ae3f48049ab"/>
    <p:sldId xmlns:r="http://schemas.openxmlformats.org/officeDocument/2006/relationships" id="276" r:id="R6d00a5170a0b451e"/>
    <p:sldId xmlns:r="http://schemas.openxmlformats.org/officeDocument/2006/relationships" id="277" r:id="R5dc860b07b7e4aab"/>
    <p:sldId xmlns:r="http://schemas.openxmlformats.org/officeDocument/2006/relationships" id="278" r:id="Re0fbfac9b33f4402"/>
    <p:sldId xmlns:r="http://schemas.openxmlformats.org/officeDocument/2006/relationships" id="279" r:id="R05bf651e5c724087"/>
    <p:sldId xmlns:r="http://schemas.openxmlformats.org/officeDocument/2006/relationships" id="280" r:id="R26c271706b6c45d6"/>
    <p:sldId xmlns:r="http://schemas.openxmlformats.org/officeDocument/2006/relationships" id="281" r:id="R7cf40ac523ba4d0c"/>
    <p:sldId xmlns:r="http://schemas.openxmlformats.org/officeDocument/2006/relationships" id="282" r:id="R9fc94b8335744931"/>
    <p:sldId xmlns:r="http://schemas.openxmlformats.org/officeDocument/2006/relationships" id="283" r:id="R73b64addb8254c9e"/>
    <p:sldId xmlns:r="http://schemas.openxmlformats.org/officeDocument/2006/relationships" id="284" r:id="R87dad523588b4659"/>
    <p:sldId xmlns:r="http://schemas.openxmlformats.org/officeDocument/2006/relationships" id="285" r:id="R540e6b398d8541a9"/>
    <p:sldId xmlns:r="http://schemas.openxmlformats.org/officeDocument/2006/relationships" id="286" r:id="Rddca4dab2cbf4f24"/>
    <p:sldId xmlns:r="http://schemas.openxmlformats.org/officeDocument/2006/relationships" id="287" r:id="Rf0219dd5fda249d6"/>
    <p:sldId xmlns:r="http://schemas.openxmlformats.org/officeDocument/2006/relationships" id="288" r:id="R616515901a94405a"/>
    <p:sldId xmlns:r="http://schemas.openxmlformats.org/officeDocument/2006/relationships" id="289" r:id="R56af6f6b5dbe4878"/>
    <p:sldId xmlns:r="http://schemas.openxmlformats.org/officeDocument/2006/relationships" id="290" r:id="Raa1d44db40a34db2"/>
  </p:sldIdLst>
  <p:sldSz cx="9144000" cy="5143500"/>
  <p:notesSz cx="6858000" cy="9144000"/>
  <p:embeddedFontLst>
    <p:embeddedFont>
      <p:font typeface="Garamond"/>
      <p:regular xmlns:r="http://schemas.openxmlformats.org/officeDocument/2006/relationships" r:id="R59c3e3a78bb5425e"/>
      <p:bold xmlns:r="http://schemas.openxmlformats.org/officeDocument/2006/relationships" r:id="Rf5c428398d214a39"/>
      <p:italic xmlns:r="http://schemas.openxmlformats.org/officeDocument/2006/relationships" r:id="Re6e984b32ac746df"/>
      <p:boldItalic xmlns:r="http://schemas.openxmlformats.org/officeDocument/2006/relationships" r:id="R55ad5d70efa2457b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E3514940-30B5-4B85-A264-404012296EF6}">
  <a:tblStyle styleId="{E3514940-30B5-4B85-A264-404012296EF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7732EB4E-3DA0-4973-91D5-8060E79D28C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607ffc19b842c5" /><Relationship Type="http://schemas.openxmlformats.org/officeDocument/2006/relationships/slideMaster" Target="/ppt/slideMasters/slideMaster1.xml" Id="R13cc7fb296ab40db" /><Relationship Type="http://schemas.openxmlformats.org/officeDocument/2006/relationships/slideMaster" Target="/ppt/slideMasters/slideMaster2.xml" Id="Ra15c01c1fc41486c" /><Relationship Type="http://schemas.openxmlformats.org/officeDocument/2006/relationships/slideMaster" Target="/ppt/slideMasters/slideMaster3.xml" Id="Rc1df1ee081e9456f" /><Relationship Type="http://schemas.openxmlformats.org/officeDocument/2006/relationships/slideMaster" Target="/ppt/slideMasters/slideMaster4.xml" Id="Rbe240bd5bf4e4168" /><Relationship Type="http://schemas.openxmlformats.org/officeDocument/2006/relationships/notesMaster" Target="/ppt/notesMasters/notesMaster1.xml" Id="R7910743a1ee94189" /><Relationship Type="http://schemas.openxmlformats.org/officeDocument/2006/relationships/presProps" Target="/ppt/presProps.xml" Id="Rb1105b2c4c90411c" /><Relationship Type="http://schemas.openxmlformats.org/officeDocument/2006/relationships/viewProps" Target="/ppt/viewProps.xml" Id="R6626578bed7c4c03" /><Relationship Type="http://schemas.openxmlformats.org/officeDocument/2006/relationships/tableStyles" Target="/ppt/tableStyles.xml" Id="Rfbbe0acd20c3432c" /><Relationship Type="http://schemas.openxmlformats.org/officeDocument/2006/relationships/font" Target="/ppt/fonts/font.dat" Id="R59c3e3a78bb5425e" /><Relationship Type="http://schemas.openxmlformats.org/officeDocument/2006/relationships/font" Target="/ppt/fonts/font2.dat" Id="Rf5c428398d214a39" /><Relationship Type="http://schemas.openxmlformats.org/officeDocument/2006/relationships/font" Target="/ppt/fonts/font3.dat" Id="Re6e984b32ac746df" /><Relationship Type="http://schemas.openxmlformats.org/officeDocument/2006/relationships/font" Target="/ppt/fonts/font4.dat" Id="R55ad5d70efa2457b" /><Relationship Type="http://schemas.openxmlformats.org/officeDocument/2006/relationships/slide" Target="/ppt/slides/slide1.xml" Id="R40131af066844fbf" /><Relationship Type="http://schemas.openxmlformats.org/officeDocument/2006/relationships/slide" Target="/ppt/slides/slide2.xml" Id="R91d8529a0d224f66" /><Relationship Type="http://schemas.openxmlformats.org/officeDocument/2006/relationships/slide" Target="/ppt/slides/slide3.xml" Id="Rc104af4730c742ec" /><Relationship Type="http://schemas.openxmlformats.org/officeDocument/2006/relationships/slide" Target="/ppt/slides/slide4.xml" Id="Rf22394762f334264" /><Relationship Type="http://schemas.openxmlformats.org/officeDocument/2006/relationships/slide" Target="/ppt/slides/slide5.xml" Id="Rb1071a65929d483d" /><Relationship Type="http://schemas.openxmlformats.org/officeDocument/2006/relationships/slide" Target="/ppt/slides/slide6.xml" Id="R72d0e73a6c0e4916" /><Relationship Type="http://schemas.openxmlformats.org/officeDocument/2006/relationships/slide" Target="/ppt/slides/slide7.xml" Id="Rc230f0bb87cb4325" /><Relationship Type="http://schemas.openxmlformats.org/officeDocument/2006/relationships/slide" Target="/ppt/slides/slide8.xml" Id="R2a8e1e6b8aac4e14" /><Relationship Type="http://schemas.openxmlformats.org/officeDocument/2006/relationships/slide" Target="/ppt/slides/slide9.xml" Id="Rea3d6e78c35a474f" /><Relationship Type="http://schemas.openxmlformats.org/officeDocument/2006/relationships/slide" Target="/ppt/slides/slide10.xml" Id="Rdefcc62d836942ee" /><Relationship Type="http://schemas.openxmlformats.org/officeDocument/2006/relationships/slide" Target="/ppt/slides/slide11.xml" Id="Rf5f30139524a4e34" /><Relationship Type="http://schemas.openxmlformats.org/officeDocument/2006/relationships/slide" Target="/ppt/slides/slide12.xml" Id="R511bc7514931489b" /><Relationship Type="http://schemas.openxmlformats.org/officeDocument/2006/relationships/slide" Target="/ppt/slides/slide13.xml" Id="R0f98cddfcf354ca0" /><Relationship Type="http://schemas.openxmlformats.org/officeDocument/2006/relationships/slide" Target="/ppt/slides/slide14.xml" Id="Rd8aa57faddfc4e31" /><Relationship Type="http://schemas.openxmlformats.org/officeDocument/2006/relationships/slide" Target="/ppt/slides/slide15.xml" Id="R0aa694cd043c412a" /><Relationship Type="http://schemas.openxmlformats.org/officeDocument/2006/relationships/slide" Target="/ppt/slides/slide16.xml" Id="Rc2bb8515af664509" /><Relationship Type="http://schemas.openxmlformats.org/officeDocument/2006/relationships/slide" Target="/ppt/slides/slide17.xml" Id="Re972aeddb6754a8e" /><Relationship Type="http://schemas.openxmlformats.org/officeDocument/2006/relationships/slide" Target="/ppt/slides/slide18.xml" Id="R82b4d5047b3d4d16" /><Relationship Type="http://schemas.openxmlformats.org/officeDocument/2006/relationships/slide" Target="/ppt/slides/slide19.xml" Id="R058ac1a693124cb0" /><Relationship Type="http://schemas.openxmlformats.org/officeDocument/2006/relationships/slide" Target="/ppt/slides/slide20.xml" Id="R56fa5ae3f48049ab" /><Relationship Type="http://schemas.openxmlformats.org/officeDocument/2006/relationships/slide" Target="/ppt/slides/slide21.xml" Id="R6d00a5170a0b451e" /><Relationship Type="http://schemas.openxmlformats.org/officeDocument/2006/relationships/slide" Target="/ppt/slides/slide22.xml" Id="R5dc860b07b7e4aab" /><Relationship Type="http://schemas.openxmlformats.org/officeDocument/2006/relationships/slide" Target="/ppt/slides/slide23.xml" Id="Re0fbfac9b33f4402" /><Relationship Type="http://schemas.openxmlformats.org/officeDocument/2006/relationships/slide" Target="/ppt/slides/slide24.xml" Id="R05bf651e5c724087" /><Relationship Type="http://schemas.openxmlformats.org/officeDocument/2006/relationships/slide" Target="/ppt/slides/slide25.xml" Id="R26c271706b6c45d6" /><Relationship Type="http://schemas.openxmlformats.org/officeDocument/2006/relationships/slide" Target="/ppt/slides/slide26.xml" Id="R7cf40ac523ba4d0c" /><Relationship Type="http://schemas.openxmlformats.org/officeDocument/2006/relationships/slide" Target="/ppt/slides/slide27.xml" Id="R9fc94b8335744931" /><Relationship Type="http://schemas.openxmlformats.org/officeDocument/2006/relationships/slide" Target="/ppt/slides/slide28.xml" Id="R73b64addb8254c9e" /><Relationship Type="http://schemas.openxmlformats.org/officeDocument/2006/relationships/slide" Target="/ppt/slides/slide29.xml" Id="R87dad523588b4659" /><Relationship Type="http://schemas.openxmlformats.org/officeDocument/2006/relationships/slide" Target="/ppt/slides/slide30.xml" Id="R540e6b398d8541a9" /><Relationship Type="http://schemas.openxmlformats.org/officeDocument/2006/relationships/slide" Target="/ppt/slides/slide31.xml" Id="Rddca4dab2cbf4f24" /><Relationship Type="http://schemas.openxmlformats.org/officeDocument/2006/relationships/slide" Target="/ppt/slides/slide32.xml" Id="Rf0219dd5fda249d6" /><Relationship Type="http://schemas.openxmlformats.org/officeDocument/2006/relationships/slide" Target="/ppt/slides/slide33.xml" Id="R616515901a94405a" /><Relationship Type="http://schemas.openxmlformats.org/officeDocument/2006/relationships/slide" Target="/ppt/slides/slide34.xml" Id="R56af6f6b5dbe4878" /><Relationship Type="http://schemas.openxmlformats.org/officeDocument/2006/relationships/slide" Target="/ppt/slides/slide35.xml" Id="Raa1d44db40a34d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92b59091a98d4c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a29329f8904ae0" /><Relationship Type="http://schemas.openxmlformats.org/officeDocument/2006/relationships/notesMaster" Target="/ppt/notesMasters/notesMaster1.xml" Id="R4e2ba86d941449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a4c542a92a40ce" /><Relationship Type="http://schemas.openxmlformats.org/officeDocument/2006/relationships/notesMaster" Target="/ppt/notesMasters/notesMaster1.xml" Id="R29c95ce7556848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d1601c580a43a5" /><Relationship Type="http://schemas.openxmlformats.org/officeDocument/2006/relationships/notesMaster" Target="/ppt/notesMasters/notesMaster1.xml" Id="R9728a6089bc043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f078401ca24fc8" /><Relationship Type="http://schemas.openxmlformats.org/officeDocument/2006/relationships/notesMaster" Target="/ppt/notesMasters/notesMaster1.xml" Id="Rdb035b4669314f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9bca919cf84bd9" /><Relationship Type="http://schemas.openxmlformats.org/officeDocument/2006/relationships/notesMaster" Target="/ppt/notesMasters/notesMaster1.xml" Id="R30d2a7127ed84b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2f2999e5aa40fb" /><Relationship Type="http://schemas.openxmlformats.org/officeDocument/2006/relationships/notesMaster" Target="/ppt/notesMasters/notesMaster1.xml" Id="R8ee1190aeacf41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bd2be3d2a24747" /><Relationship Type="http://schemas.openxmlformats.org/officeDocument/2006/relationships/notesMaster" Target="/ppt/notesMasters/notesMaster1.xml" Id="R237c993d86a744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d5e7b363134ee3" /><Relationship Type="http://schemas.openxmlformats.org/officeDocument/2006/relationships/notesMaster" Target="/ppt/notesMasters/notesMaster1.xml" Id="Rf5a5e92c61d149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3d831187814ede" /><Relationship Type="http://schemas.openxmlformats.org/officeDocument/2006/relationships/notesMaster" Target="/ppt/notesMasters/notesMaster1.xml" Id="R3f1eaa4fc8c94d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a4196ae2a9417e" /><Relationship Type="http://schemas.openxmlformats.org/officeDocument/2006/relationships/notesMaster" Target="/ppt/notesMasters/notesMaster1.xml" Id="R8839647bb8fa44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bc081b242445ec" /><Relationship Type="http://schemas.openxmlformats.org/officeDocument/2006/relationships/notesMaster" Target="/ppt/notesMasters/notesMaster1.xml" Id="R483dc8385bb547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2992cb44894e6e" /><Relationship Type="http://schemas.openxmlformats.org/officeDocument/2006/relationships/notesMaster" Target="/ppt/notesMasters/notesMaster1.xml" Id="R3260f30118c74c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9642a331d9450d" /><Relationship Type="http://schemas.openxmlformats.org/officeDocument/2006/relationships/notesMaster" Target="/ppt/notesMasters/notesMaster1.xml" Id="R5863598d93784d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6e2b1fd81d4236" /><Relationship Type="http://schemas.openxmlformats.org/officeDocument/2006/relationships/notesMaster" Target="/ppt/notesMasters/notesMaster1.xml" Id="R99c4386324ca4c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fa0d04931a415c" /><Relationship Type="http://schemas.openxmlformats.org/officeDocument/2006/relationships/notesMaster" Target="/ppt/notesMasters/notesMaster1.xml" Id="Rd95579d5884849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594bba744c4fc5" /><Relationship Type="http://schemas.openxmlformats.org/officeDocument/2006/relationships/notesMaster" Target="/ppt/notesMasters/notesMaster1.xml" Id="R3069899f759f44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8954869b484eb8" /><Relationship Type="http://schemas.openxmlformats.org/officeDocument/2006/relationships/notesMaster" Target="/ppt/notesMasters/notesMaster1.xml" Id="Ra2b111889f764d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3e294c5dfe435a" /><Relationship Type="http://schemas.openxmlformats.org/officeDocument/2006/relationships/notesMaster" Target="/ppt/notesMasters/notesMaster1.xml" Id="R1a014a7c2e3b41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3772ed13007477c" /><Relationship Type="http://schemas.openxmlformats.org/officeDocument/2006/relationships/notesMaster" Target="/ppt/notesMasters/notesMaster1.xml" Id="R1b5fad177a1849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b84514b5adf4fb8" /><Relationship Type="http://schemas.openxmlformats.org/officeDocument/2006/relationships/notesMaster" Target="/ppt/notesMasters/notesMaster1.xml" Id="Rfe9e17880de54bb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5604801c22f4691" /><Relationship Type="http://schemas.openxmlformats.org/officeDocument/2006/relationships/notesMaster" Target="/ppt/notesMasters/notesMaster1.xml" Id="R2fedf61024954af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81e18a9f28f4afd" /><Relationship Type="http://schemas.openxmlformats.org/officeDocument/2006/relationships/notesMaster" Target="/ppt/notesMasters/notesMaster1.xml" Id="Rcd71c2b24fef4b8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a01d73a7bc445de" /><Relationship Type="http://schemas.openxmlformats.org/officeDocument/2006/relationships/notesMaster" Target="/ppt/notesMasters/notesMaster1.xml" Id="R370aa1f084e44f5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f1ff46151ef4589" /><Relationship Type="http://schemas.openxmlformats.org/officeDocument/2006/relationships/notesMaster" Target="/ppt/notesMasters/notesMaster1.xml" Id="R29ac108c499e4de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38cecd9c1794c76" /><Relationship Type="http://schemas.openxmlformats.org/officeDocument/2006/relationships/notesMaster" Target="/ppt/notesMasters/notesMaster1.xml" Id="R1f670dfb98334d2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883280b94034779" /><Relationship Type="http://schemas.openxmlformats.org/officeDocument/2006/relationships/notesMaster" Target="/ppt/notesMasters/notesMaster1.xml" Id="R1baffad8cf7046b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b00c75c2f9d4c11" /><Relationship Type="http://schemas.openxmlformats.org/officeDocument/2006/relationships/notesMaster" Target="/ppt/notesMasters/notesMaster1.xml" Id="R0184d5ed552646d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6d186a01a9f421d" /><Relationship Type="http://schemas.openxmlformats.org/officeDocument/2006/relationships/notesMaster" Target="/ppt/notesMasters/notesMaster1.xml" Id="Reda92c0b6bf948d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d6067ee99a146f8" /><Relationship Type="http://schemas.openxmlformats.org/officeDocument/2006/relationships/notesMaster" Target="/ppt/notesMasters/notesMaster1.xml" Id="R7b39e6d82546495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a78703e259a42d4" /><Relationship Type="http://schemas.openxmlformats.org/officeDocument/2006/relationships/notesMaster" Target="/ppt/notesMasters/notesMaster1.xml" Id="R4c97e997750a4cd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c8d50a2af1348e4" /><Relationship Type="http://schemas.openxmlformats.org/officeDocument/2006/relationships/notesMaster" Target="/ppt/notesMasters/notesMaster1.xml" Id="Rb97f41629c2f49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0fc252a1bd642e8" /><Relationship Type="http://schemas.openxmlformats.org/officeDocument/2006/relationships/notesMaster" Target="/ppt/notesMasters/notesMaster1.xml" Id="Rd8f3e24d57b941b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b7c6639b5b747fe" /><Relationship Type="http://schemas.openxmlformats.org/officeDocument/2006/relationships/notesMaster" Target="/ppt/notesMasters/notesMaster1.xml" Id="Rd88130ed1cc4484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cafdfc839db43b0" /><Relationship Type="http://schemas.openxmlformats.org/officeDocument/2006/relationships/notesMaster" Target="/ppt/notesMasters/notesMaster1.xml" Id="R92e20bf7bfdc40a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476048ebcc248af" /><Relationship Type="http://schemas.openxmlformats.org/officeDocument/2006/relationships/notesMaster" Target="/ppt/notesMasters/notesMaster1.xml" Id="R85d62598d5a843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Sources inspected: https://github.com/CPmohan/ml-assignment-evaluator/blob/3d7933e27dee86293594297fa8b80b90d0b10358/rubric.json ; https://github.com/CPmohan/ml-assignment-evaluator/blob/3d7933e27dee86293594297fa8b80b90d0b10358/evaluation_core.py ; https://github.com/CPmohan/ml-assignment-evaluator/blob/3d7933e27dee86293594297fa8b80b90d0b10358/grade_dataset.py ; https://github.com/CPmohan/ml-assignment-evaluator/blob/3d7933e27dee86293594297fa8b80b90d0b10358/performance_analysis.py ; https://github.com/CPmohan/ml-assignment-evaluator/blob/3d7933e27dee86293594297fa8b80b90d0b10358/app.py . Repository inspected 17 October 2026 UTC. The tracked repository contains code but no PDFs, saved evaluation outputs or human review data. The README mentions 28 locally held PDFs; none are in the checkout. Thirty assignments is the requested study target. No completed evaluation counts, agreement rates or feedback correctness labels can be verified. Correct/wrong labels concern evaluator decisions, not whether a student's answer earned full marks. Human feedback review is a proposed extension. Unverified cases must not be silently counted as wrong. Separate held-out human reference scores should be established before seeing AI scores. Other slides retain the user's original content and may describe an earlier implementation.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Sources inspected: https://github.com/CPmohan/ml-assignment-evaluator/blob/3d7933e27dee86293594297fa8b80b90d0b10358/rubric.json ; https://github.com/CPmohan/ml-assignment-evaluator/blob/3d7933e27dee86293594297fa8b80b90d0b10358/evaluation_core.py ; https://github.com/CPmohan/ml-assignment-evaluator/blob/3d7933e27dee86293594297fa8b80b90d0b10358/grade_dataset.py ; https://github.com/CPmohan/ml-assignment-evaluator/blob/3d7933e27dee86293594297fa8b80b90d0b10358/performance_analysis.py ; https://github.com/CPmohan/ml-assignment-evaluator/blob/3d7933e27dee86293594297fa8b80b90d0b10358/app.py . Repository inspected 17 October 2026 UTC. The tracked repository contains code but no PDFs, saved evaluation outputs or human review data. The README mentions 28 locally held PDFs; none are in the checkout. Thirty assignments is the requested study target. No completed evaluation counts, agreement rates or feedback correctness labels can be verified. Correct/wrong labels concern evaluator decisions, not whether a student's answer earned full marks. Human feedback review is a proposed extension. Unverified cases must not be silently counted as wrong. Separate held-out human reference scores should be established before seeing AI scores. Other slides retain the user's original content and may describe an earlier implementation.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Sources inspected: https://github.com/CPmohan/ml-assignment-evaluator/blob/3d7933e27dee86293594297fa8b80b90d0b10358/rubric.json ; https://github.com/CPmohan/ml-assignment-evaluator/blob/3d7933e27dee86293594297fa8b80b90d0b10358/evaluation_core.py ; https://github.com/CPmohan/ml-assignment-evaluator/blob/3d7933e27dee86293594297fa8b80b90d0b10358/grade_dataset.py ; https://github.com/CPmohan/ml-assignment-evaluator/blob/3d7933e27dee86293594297fa8b80b90d0b10358/performance_analysis.py ; https://github.com/CPmohan/ml-assignment-evaluator/blob/3d7933e27dee86293594297fa8b80b90d0b10358/app.py . Repository inspected 17 October 2026 UTC. The tracked repository contains code but no PDFs, saved evaluation outputs or human review data. The README mentions 28 locally held PDFs; none are in the checkout. Thirty assignments is the requested study target. No completed evaluation counts, agreement rates or feedback correctness labels can be verified. Correct/wrong labels concern evaluator decisions, not whether a student's answer earned full marks. Human feedback review is a proposed extension. Unverified cases must not be silently counted as wrong. Separate held-out human reference scores should be established before seeing AI scores. Other slides retain the user's original content and may describe an earlier implementation.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Sources inspected: https://github.com/CPmohan/ml-assignment-evaluator/blob/3d7933e27dee86293594297fa8b80b90d0b10358/rubric.json ; https://github.com/CPmohan/ml-assignment-evaluator/blob/3d7933e27dee86293594297fa8b80b90d0b10358/evaluation_core.py ; https://github.com/CPmohan/ml-assignment-evaluator/blob/3d7933e27dee86293594297fa8b80b90d0b10358/grade_dataset.py ; https://github.com/CPmohan/ml-assignment-evaluator/blob/3d7933e27dee86293594297fa8b80b90d0b10358/performance_analysis.py ; https://github.com/CPmohan/ml-assignment-evaluator/blob/3d7933e27dee86293594297fa8b80b90d0b10358/app.py . Repository inspected 17 October 2026 UTC. The tracked repository contains code but no PDFs, saved evaluation outputs or human review data. The README mentions 28 locally held PDFs; none are in the checkout. Thirty assignments is the requested study target. No completed evaluation counts, agreement rates or feedback correctness labels can be verified. Correct/wrong labels concern evaluator decisions, not whether a student's answer earned full marks. Human feedback review is a proposed extension. Unverified cases must not be silently counted as wrong. Separate held-out human reference scores should be established before seeing AI scores. Other slides retain the user's original content and may describe an earlier implementation.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4962cdc9743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60f9c00f44c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0b2ee3c524c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2711275654b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861893e6d48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7d7efa5e84a2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05be59bfc440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6811b36f748f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3712c62ec460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ec831f837d46e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78de55f8f2488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c7b3a0086747de" /><Relationship Type="http://schemas.openxmlformats.org/officeDocument/2006/relationships/image" Target="/ppt/media/image.jpeg" Id="Rd9274a3e72c944b0" /><Relationship Type="http://schemas.openxmlformats.org/officeDocument/2006/relationships/image" Target="/ppt/media/image.png" Id="Ra3c2fb1bcd2a402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e5c19c469e480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091ffed19a481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52749108b449e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a5048ce4de456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c4d18b0c65464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e47b17e631419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6f2e41f813423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874536835f451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ab57b2b76f474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d8fda40e7d45e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a479923f5e443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1c1a6cd2f84b5e" /><Relationship Type="http://schemas.openxmlformats.org/officeDocument/2006/relationships/image" Target="/ppt/media/image2.jpeg" Id="R89b98e714da14c4c" /><Relationship Type="http://schemas.openxmlformats.org/officeDocument/2006/relationships/image" Target="/ppt/media/image2.png" Id="Rb9f5dac64ffd47dd" /><Relationship Type="http://schemas.openxmlformats.org/officeDocument/2006/relationships/image" Target="/ppt/media/image3.png" Id="Ra71b5a591d88404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22c23e9c08748f6" /><Relationship Type="http://schemas.openxmlformats.org/officeDocument/2006/relationships/image" Target="/ppt/media/image2.jpeg" Id="Rb8a8aec279c84821" /><Relationship Type="http://schemas.openxmlformats.org/officeDocument/2006/relationships/image" Target="/ppt/media/image2.png" Id="Rc6e86f5ece6e4606" /><Relationship Type="http://schemas.openxmlformats.org/officeDocument/2006/relationships/image" Target="/ppt/media/image3.png" Id="R9e61ea0a5c9a457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2532fb7d28740d8" /><Relationship Type="http://schemas.openxmlformats.org/officeDocument/2006/relationships/image" Target="/ppt/media/image.jpeg" Id="R00d6fecd0ede43b2" /><Relationship Type="http://schemas.openxmlformats.org/officeDocument/2006/relationships/image" Target="/ppt/media/image4.png" Id="R21b0d9d137ba4be4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214977ece724ba8" /><Relationship Type="http://schemas.openxmlformats.org/officeDocument/2006/relationships/image" Target="/ppt/media/image2.jpeg" Id="Rf592aabc5cb846ee" /><Relationship Type="http://schemas.openxmlformats.org/officeDocument/2006/relationships/image" Target="/ppt/media/image2.png" Id="R5f9d67ef5a4f4fa6" /><Relationship Type="http://schemas.openxmlformats.org/officeDocument/2006/relationships/image" Target="/ppt/media/image3.png" Id="R4751d983297d4636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3b4ca786d394698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217105d0807489b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ad0eac05c464955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b80e40bc14644f9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e08027beb6d41ec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156f470dc6546f9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893efe723074e8b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8e0b05d8a4b4f39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2d7a5edc87d4e65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e0d379b36f24519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fbbca725c6141a0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39ca26e8b9547f2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514bc17a3cc477d" /><Relationship Type="http://schemas.openxmlformats.org/officeDocument/2006/relationships/image" Target="/ppt/media/image2.jpeg" Id="R1f44b8acae244997" /><Relationship Type="http://schemas.openxmlformats.org/officeDocument/2006/relationships/image" Target="/ppt/media/image2.png" Id="R0de7b93a0ddd4185" /><Relationship Type="http://schemas.openxmlformats.org/officeDocument/2006/relationships/image" Target="/ppt/media/image3.png" Id="R3657e6ccb3ac43e9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035c139ee2e43b1" /><Relationship Type="http://schemas.openxmlformats.org/officeDocument/2006/relationships/image" Target="/ppt/media/image.jpeg" Id="R1a1c1c71772a400e" /><Relationship Type="http://schemas.openxmlformats.org/officeDocument/2006/relationships/image" Target="/ppt/media/image4.png" Id="Rd14c9142787a40ba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df9e961098a431a" /><Relationship Type="http://schemas.openxmlformats.org/officeDocument/2006/relationships/image" Target="/ppt/media/image2.jpeg" Id="R0bcfba1aafb84b07" /><Relationship Type="http://schemas.openxmlformats.org/officeDocument/2006/relationships/image" Target="/ppt/media/image2.png" Id="R1045c31522fc4c62" /><Relationship Type="http://schemas.openxmlformats.org/officeDocument/2006/relationships/image" Target="/ppt/media/image3.png" Id="Rbc1e0009d7834be7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efec434da194a88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fc14d307b504c9c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be764e2d8334de3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1356f6e21d04dce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f1d835e62304949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baec1cbe0a24047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7c75662c5244bb4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66391b0255e4220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8bb286fb8fb24e2d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0edec7a12ac4e2a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5c59ae439234c61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71fef0568c9431e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35A46892-D256-467E-9ED9-A3DDCF6CE36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D78D0C94-A37F-430F-BAE5-02A73105D1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23C04E5-4DD2-4552-95A6-BA9ED662F2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FF917F5E-A958-4576-A690-529F06B6C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9401319F-B149-4A74-A267-208F97BDE1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84AD89AD-66A2-40A9-B749-663E6B2EDD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582059B6-4415-48BB-9D3D-39F2F8E322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0BAA023C-C4C6-437C-8485-DF9A8E2E1D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FC5A7A28-8EBE-43FB-BB82-4518B78DD1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12DC34E4-E210-4273-80A4-76001D27B4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8AA748F5-DBA9-4743-9976-46D579EB30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3F8C6C28-9FC6-429D-B702-F8991D38EC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D363BB93-A4F4-4E17-AAFF-652230DCE3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F99BE4E2-B89D-4780-BE0A-DEE432C3A6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5D5880AC-D398-4E04-8B9C-BDD8DA79C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2ED7D051-E12A-430F-8FB2-3F14C7BA43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E769157A-95ED-4739-AC1D-04E83C2209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76D24783-04C3-4C42-9D6E-8DB98F4602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A1A7AD06-6FE5-4EF3-9EB1-BEE987085A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85A7C18E-8FFD-4B61-88EF-AF591ECA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AA276CA7-B3F3-4234-BD61-E78C9C1B5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E8823E18-C0EB-428B-8D9C-3C776EB0B3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DFF2F319-DA88-4CBA-BA69-9051AEA99A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98ADA203-7434-4E12-8BA2-BA40436116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BE356BC2-A559-480A-8B17-C25EFEFB1E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20677452-AD43-416E-AC98-ACC4020DB4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0264B31D-01CD-48CC-AE57-1A0553A1B9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14DE7091-B898-4AA7-A6CF-822C8E06F7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5E24E322-210A-4F74-8D66-4F63FE8710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067A97A8-82E3-483B-A041-6BF8C86C2D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Custom Layout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4">
            <a:extLst xmlns:a="http://schemas.openxmlformats.org/drawingml/2006/main">
              <a:ext uri="{FF2B5EF4-FFF2-40B4-BE49-F238E27FC236}">
                <a16:creationId xmlns:a16="http://schemas.microsoft.com/office/drawing/2014/main" id="{7C321083-DFEA-4D22-B28C-9532A878BC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274a3e72c944b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5" cy="51550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6" name="Google Shape;56;p14">
            <a:extLst xmlns:a="http://schemas.openxmlformats.org/drawingml/2006/main">
              <a:ext uri="{FF2B5EF4-FFF2-40B4-BE49-F238E27FC236}">
                <a16:creationId xmlns:a16="http://schemas.microsoft.com/office/drawing/2014/main" id="{66FB5D3E-2123-4B31-B5FD-9CA112FAC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cxnSp>
        <p:nvCxn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E105B13D-7E60-4C60-A174-9EF930E0C685}"/>
              </a:ext>
            </a:extLst>
          </p:cNvPr>
          <p:cNvCxnSpPr/>
          <p:nvPr/>
        </p:nvCxnSpPr>
        <p:spPr>
          <a:xfrm xmlns:a="http://schemas.openxmlformats.org/drawingml/2006/main">
            <a:off x="1846660" y="2357438"/>
            <a:ext cx="5450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4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B272714E-159E-4D13-A530-D183406B15C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1770007"/>
            <a:ext cx="9144000" cy="58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Georgia"/>
              <a:buNone/>
              <a:defRPr sz="3000" b="0">
                <a:solidFill>
                  <a:schemeClr val="lt1"/>
                </a:solidFill>
                <a:latin typeface="Georgia"/>
                <a:ea typeface="Georgia"/>
                <a:cs typeface="Georgi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DCAB4E1A-2418-41E9-88D0-7693A387AB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2382691"/>
            <a:ext cx="9144000" cy="3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pic>
        <p:nvPic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8F60D7BC-1640-4323-A7D9-11B712BEA4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c2fb1bcd2a40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55614" y="3663925"/>
            <a:ext cx="6832773" cy="830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727B250A-F89A-4A65-97E6-531EF23FAB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F95A39AD-2BAD-42A7-ACA2-B2EEE79D57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13BB8DBB-EA67-4317-9463-184AF7A272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6">
            <a:extLst xmlns:a="http://schemas.openxmlformats.org/drawingml/2006/main">
              <a:ext uri="{FF2B5EF4-FFF2-40B4-BE49-F238E27FC236}">
                <a16:creationId xmlns:a16="http://schemas.microsoft.com/office/drawing/2014/main" id="{B221C04A-0C67-49B9-8466-617BC9E475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67" name="Google Shape;67;p16">
            <a:extLst xmlns:a="http://schemas.openxmlformats.org/drawingml/2006/main">
              <a:ext uri="{FF2B5EF4-FFF2-40B4-BE49-F238E27FC236}">
                <a16:creationId xmlns:a16="http://schemas.microsoft.com/office/drawing/2014/main" id="{7D57E38F-E298-4A57-B694-282EDFC33B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7">
            <a:extLst xmlns:a="http://schemas.openxmlformats.org/drawingml/2006/main">
              <a:ext uri="{FF2B5EF4-FFF2-40B4-BE49-F238E27FC236}">
                <a16:creationId xmlns:a16="http://schemas.microsoft.com/office/drawing/2014/main" id="{60FC4E39-E515-4A09-857F-74727C0B8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7">
            <a:extLst xmlns:a="http://schemas.openxmlformats.org/drawingml/2006/main">
              <a:ext uri="{FF2B5EF4-FFF2-40B4-BE49-F238E27FC236}">
                <a16:creationId xmlns:a16="http://schemas.microsoft.com/office/drawing/2014/main" id="{385F55FB-1439-455E-86CB-06C5E312E2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1" name="Google Shape;71;p17">
            <a:extLst xmlns:a="http://schemas.openxmlformats.org/drawingml/2006/main">
              <a:ext uri="{FF2B5EF4-FFF2-40B4-BE49-F238E27FC236}">
                <a16:creationId xmlns:a16="http://schemas.microsoft.com/office/drawing/2014/main" id="{23363E8C-514F-427A-A6B5-A8EDA31C97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8">
            <a:extLst xmlns:a="http://schemas.openxmlformats.org/drawingml/2006/main">
              <a:ext uri="{FF2B5EF4-FFF2-40B4-BE49-F238E27FC236}">
                <a16:creationId xmlns:a16="http://schemas.microsoft.com/office/drawing/2014/main" id="{99F8674D-099D-4BFD-9684-90A403116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18">
            <a:extLst xmlns:a="http://schemas.openxmlformats.org/drawingml/2006/main">
              <a:ext uri="{FF2B5EF4-FFF2-40B4-BE49-F238E27FC236}">
                <a16:creationId xmlns:a16="http://schemas.microsoft.com/office/drawing/2014/main" id="{CF982D59-E684-4245-AC79-F32B3EA52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75" name="Google Shape;75;p18">
            <a:extLst xmlns:a="http://schemas.openxmlformats.org/drawingml/2006/main">
              <a:ext uri="{FF2B5EF4-FFF2-40B4-BE49-F238E27FC236}">
                <a16:creationId xmlns:a16="http://schemas.microsoft.com/office/drawing/2014/main" id="{7B92392C-188F-4EAD-8E33-A743EB2BC4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76" name="Google Shape;76;p18">
            <a:extLst xmlns:a="http://schemas.openxmlformats.org/drawingml/2006/main">
              <a:ext uri="{FF2B5EF4-FFF2-40B4-BE49-F238E27FC236}">
                <a16:creationId xmlns:a16="http://schemas.microsoft.com/office/drawing/2014/main" id="{CB865432-9084-4D20-A62E-FA7B6A1A57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19">
            <a:extLst xmlns:a="http://schemas.openxmlformats.org/drawingml/2006/main">
              <a:ext uri="{FF2B5EF4-FFF2-40B4-BE49-F238E27FC236}">
                <a16:creationId xmlns:a16="http://schemas.microsoft.com/office/drawing/2014/main" id="{2000DFC0-4B66-4982-819E-65315F8B22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19">
            <a:extLst xmlns:a="http://schemas.openxmlformats.org/drawingml/2006/main">
              <a:ext uri="{FF2B5EF4-FFF2-40B4-BE49-F238E27FC236}">
                <a16:creationId xmlns:a16="http://schemas.microsoft.com/office/drawing/2014/main" id="{23F85C57-5CDE-4D64-B95A-A2862B5BF3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Google Shape;81;p20">
            <a:extLst xmlns:a="http://schemas.openxmlformats.org/drawingml/2006/main">
              <a:ext uri="{FF2B5EF4-FFF2-40B4-BE49-F238E27FC236}">
                <a16:creationId xmlns:a16="http://schemas.microsoft.com/office/drawing/2014/main" id="{BC4058A9-060F-4F3A-A295-01612DDF48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82" name="Google Shape;82;p20">
            <a:extLst xmlns:a="http://schemas.openxmlformats.org/drawingml/2006/main">
              <a:ext uri="{FF2B5EF4-FFF2-40B4-BE49-F238E27FC236}">
                <a16:creationId xmlns:a16="http://schemas.microsoft.com/office/drawing/2014/main" id="{D3D8589D-AD49-4764-A9FD-4F2B022B70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83" name="Google Shape;83;p20">
            <a:extLst xmlns:a="http://schemas.openxmlformats.org/drawingml/2006/main">
              <a:ext uri="{FF2B5EF4-FFF2-40B4-BE49-F238E27FC236}">
                <a16:creationId xmlns:a16="http://schemas.microsoft.com/office/drawing/2014/main" id="{5C3A2714-10E6-4538-ADE7-92156CAF58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21">
            <a:extLst xmlns:a="http://schemas.openxmlformats.org/drawingml/2006/main">
              <a:ext uri="{FF2B5EF4-FFF2-40B4-BE49-F238E27FC236}">
                <a16:creationId xmlns:a16="http://schemas.microsoft.com/office/drawing/2014/main" id="{0B6E828B-CD2A-4636-B3BA-BA43927600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86" name="Google Shape;86;p21">
            <a:extLst xmlns:a="http://schemas.openxmlformats.org/drawingml/2006/main">
              <a:ext uri="{FF2B5EF4-FFF2-40B4-BE49-F238E27FC236}">
                <a16:creationId xmlns:a16="http://schemas.microsoft.com/office/drawing/2014/main" id="{885862C6-D06C-4569-B2F3-22CCD9F2FD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22">
            <a:extLst xmlns:a="http://schemas.openxmlformats.org/drawingml/2006/main">
              <a:ext uri="{FF2B5EF4-FFF2-40B4-BE49-F238E27FC236}">
                <a16:creationId xmlns:a16="http://schemas.microsoft.com/office/drawing/2014/main" id="{DE431E17-279D-4003-A4B4-58323E18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Google Shape;89;p22">
            <a:extLst xmlns:a="http://schemas.openxmlformats.org/drawingml/2006/main">
              <a:ext uri="{FF2B5EF4-FFF2-40B4-BE49-F238E27FC236}">
                <a16:creationId xmlns:a16="http://schemas.microsoft.com/office/drawing/2014/main" id="{35D85270-493F-4BD0-A132-BCF6BFA9E6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90" name="Google Shape;90;p22">
            <a:extLst xmlns:a="http://schemas.openxmlformats.org/drawingml/2006/main">
              <a:ext uri="{FF2B5EF4-FFF2-40B4-BE49-F238E27FC236}">
                <a16:creationId xmlns:a16="http://schemas.microsoft.com/office/drawing/2014/main" id="{FD1B91AE-9680-4590-A72D-31ABC82320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91" name="Google Shape;91;p22">
            <a:extLst xmlns:a="http://schemas.openxmlformats.org/drawingml/2006/main">
              <a:ext uri="{FF2B5EF4-FFF2-40B4-BE49-F238E27FC236}">
                <a16:creationId xmlns:a16="http://schemas.microsoft.com/office/drawing/2014/main" id="{A12A4E82-B896-4FE4-A703-CEF34CE5E6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2" name="Google Shape;92;p22">
            <a:extLst xmlns:a="http://schemas.openxmlformats.org/drawingml/2006/main">
              <a:ext uri="{FF2B5EF4-FFF2-40B4-BE49-F238E27FC236}">
                <a16:creationId xmlns:a16="http://schemas.microsoft.com/office/drawing/2014/main" id="{7172D993-27AA-44AD-ADDC-BCF56008BC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23">
            <a:extLst xmlns:a="http://schemas.openxmlformats.org/drawingml/2006/main">
              <a:ext uri="{FF2B5EF4-FFF2-40B4-BE49-F238E27FC236}">
                <a16:creationId xmlns:a16="http://schemas.microsoft.com/office/drawing/2014/main" id="{899E3858-9D70-492D-A8DA-F0C596F18B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95" name="Google Shape;95;p23">
            <a:extLst xmlns:a="http://schemas.openxmlformats.org/drawingml/2006/main">
              <a:ext uri="{FF2B5EF4-FFF2-40B4-BE49-F238E27FC236}">
                <a16:creationId xmlns:a16="http://schemas.microsoft.com/office/drawing/2014/main" id="{CFE784AD-672A-49C3-B843-11692260B0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Google Shape;97;p24">
            <a:extLst xmlns:a="http://schemas.openxmlformats.org/drawingml/2006/main">
              <a:ext uri="{FF2B5EF4-FFF2-40B4-BE49-F238E27FC236}">
                <a16:creationId xmlns:a16="http://schemas.microsoft.com/office/drawing/2014/main" id="{FFD5C2AC-48C0-407C-AC1E-EA24F47F4B0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8" name="Google Shape;98;p24">
            <a:extLst xmlns:a="http://schemas.openxmlformats.org/drawingml/2006/main">
              <a:ext uri="{FF2B5EF4-FFF2-40B4-BE49-F238E27FC236}">
                <a16:creationId xmlns:a16="http://schemas.microsoft.com/office/drawing/2014/main" id="{9A8A35CB-8E4B-4378-8587-F6BBEF12DE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9" name="Google Shape;99;p24">
            <a:extLst xmlns:a="http://schemas.openxmlformats.org/drawingml/2006/main">
              <a:ext uri="{FF2B5EF4-FFF2-40B4-BE49-F238E27FC236}">
                <a16:creationId xmlns:a16="http://schemas.microsoft.com/office/drawing/2014/main" id="{89755B58-0D22-4930-82A3-C1B216DE1F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25">
            <a:extLst xmlns:a="http://schemas.openxmlformats.org/drawingml/2006/main">
              <a:ext uri="{FF2B5EF4-FFF2-40B4-BE49-F238E27FC236}">
                <a16:creationId xmlns:a16="http://schemas.microsoft.com/office/drawing/2014/main" id="{F768EAE6-3FF9-402B-BA72-4B46D99D6F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4_Custom Layout">
  <p:cSld name="4_Custom Layou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3" name="Google Shape;103;p26">
            <a:extLst xmlns:a="http://schemas.openxmlformats.org/drawingml/2006/main">
              <a:ext uri="{FF2B5EF4-FFF2-40B4-BE49-F238E27FC236}">
                <a16:creationId xmlns:a16="http://schemas.microsoft.com/office/drawing/2014/main" id="{C6861365-7DCA-4472-8F08-9F69575836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b98e714da14c4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3586"/>
            <a:ext cx="9164239" cy="4308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" name="Google Shape;104;p26">
            <a:extLst xmlns:a="http://schemas.openxmlformats.org/drawingml/2006/main">
              <a:ext uri="{FF2B5EF4-FFF2-40B4-BE49-F238E27FC236}">
                <a16:creationId xmlns:a16="http://schemas.microsoft.com/office/drawing/2014/main" id="{D8694C8F-5A37-4519-94FF-C8180798C9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f5dac64ffd47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03291" y="4791827"/>
            <a:ext cx="1201905" cy="270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26">
            <a:extLst xmlns:a="http://schemas.openxmlformats.org/drawingml/2006/main">
              <a:ext uri="{FF2B5EF4-FFF2-40B4-BE49-F238E27FC236}">
                <a16:creationId xmlns:a16="http://schemas.microsoft.com/office/drawing/2014/main" id="{58792DE2-15AC-4E73-B25A-AB22926E5F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42876" y="4785798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06" name="Google Shape;106;p26">
            <a:extLst xmlns:a="http://schemas.openxmlformats.org/drawingml/2006/main">
              <a:ext uri="{FF2B5EF4-FFF2-40B4-BE49-F238E27FC236}">
                <a16:creationId xmlns:a16="http://schemas.microsoft.com/office/drawing/2014/main" id="{7E4D1953-81B9-457E-B477-D0747A4E93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6477" y="568241"/>
            <a:ext cx="7886700" cy="31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000"/>
              <a:buFont typeface="Georgia"/>
              <a:buNone/>
              <a:defRPr sz="3000" b="0">
                <a:solidFill>
                  <a:srgbClr val="A4123F"/>
                </a:solidFill>
                <a:latin typeface="Georgia"/>
                <a:ea typeface="Georgia"/>
                <a:cs typeface="Georgi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cxnSp>
        <p:nvCxnSpPr>
          <p:cNvPr id="107" name="Google Shape;107;p26">
            <a:extLst xmlns:a="http://schemas.openxmlformats.org/drawingml/2006/main">
              <a:ext uri="{FF2B5EF4-FFF2-40B4-BE49-F238E27FC236}">
                <a16:creationId xmlns:a16="http://schemas.microsoft.com/office/drawing/2014/main" id="{EE0FEADD-03E2-47BF-97C2-BEBEE35EAD4A}"/>
              </a:ext>
            </a:extLst>
          </p:cNvPr>
          <p:cNvCxnSpPr/>
          <p:nvPr/>
        </p:nvCxnSpPr>
        <p:spPr>
          <a:xfrm xmlns:a="http://schemas.openxmlformats.org/drawingml/2006/main">
            <a:off x="371475" y="1200072"/>
            <a:ext cx="8286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A4123F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108" name="Google Shape;108;p26">
            <a:extLst xmlns:a="http://schemas.openxmlformats.org/drawingml/2006/main">
              <a:ext uri="{FF2B5EF4-FFF2-40B4-BE49-F238E27FC236}">
                <a16:creationId xmlns:a16="http://schemas.microsoft.com/office/drawing/2014/main" id="{1EC3B500-D3E3-46F9-8C8F-9F438426B8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1b5a591d884045">
            <a:alphaModFix/>
          </a:blip>
          <a:srcRect xmlns:a="http://schemas.openxmlformats.org/drawingml/2006/main" l="0" t="0" r="81454" b="8524"/>
          <a:stretch xmlns:a="http://schemas.openxmlformats.org/drawingml/2006/main"/>
        </p:blipFill>
        <p:spPr>
          <a:xfrm xmlns:a="http://schemas.openxmlformats.org/drawingml/2006/main">
            <a:off x="371475" y="568241"/>
            <a:ext cx="437516" cy="53420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09" name="Google Shape;109;p26">
            <a:extLst xmlns:a="http://schemas.openxmlformats.org/drawingml/2006/main">
              <a:ext uri="{FF2B5EF4-FFF2-40B4-BE49-F238E27FC236}">
                <a16:creationId xmlns:a16="http://schemas.microsoft.com/office/drawing/2014/main" id="{1BACEC02-2B27-43AA-8C1D-CF7FC7661BFC}"/>
              </a:ext>
            </a:extLst>
          </p:cNvPr>
          <p:cNvCxnSpPr/>
          <p:nvPr/>
        </p:nvCxnSpPr>
        <p:spPr>
          <a:xfrm xmlns:a="http://schemas.openxmlformats.org/drawingml/2006/main">
            <a:off x="901859" y="568241"/>
            <a:ext cx="0" cy="527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10" name="Google Shape;110;p26">
            <a:extLst xmlns:a="http://schemas.openxmlformats.org/drawingml/2006/main">
              <a:ext uri="{FF2B5EF4-FFF2-40B4-BE49-F238E27FC236}">
                <a16:creationId xmlns:a16="http://schemas.microsoft.com/office/drawing/2014/main" id="{55900FFD-1690-4EAB-8F15-B06119044D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36477" y="866776"/>
            <a:ext cx="7886700" cy="33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Calibri"/>
                <a:ea typeface="Calibri"/>
                <a:cs typeface="Calibri"/>
              </a:defRPr>
            </a:lvl1pPr>
            <a:lvl2pPr marL="91440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11" name="Google Shape;111;p26">
            <a:extLst xmlns:a="http://schemas.openxmlformats.org/drawingml/2006/main">
              <a:ext uri="{FF2B5EF4-FFF2-40B4-BE49-F238E27FC236}">
                <a16:creationId xmlns:a16="http://schemas.microsoft.com/office/drawing/2014/main" id="{28B89F44-2F75-42AE-80AD-97AC8E9008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71476" y="1801511"/>
            <a:ext cx="4114200" cy="13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sz="1400">
                <a:solidFill>
                  <a:srgbClr val="7F7F7F"/>
                </a:solidFill>
                <a:latin typeface="Georgia"/>
                <a:ea typeface="Georgia"/>
                <a:cs typeface="Georgia"/>
              </a:defRPr>
            </a:lvl1pPr>
            <a:lvl2pPr marL="91440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 matchingName="7_Custom Layout">
  <p:cSld name="7_Custom Layou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9" name="Google Shape;119;p28">
            <a:extLst xmlns:a="http://schemas.openxmlformats.org/drawingml/2006/main">
              <a:ext uri="{FF2B5EF4-FFF2-40B4-BE49-F238E27FC236}">
                <a16:creationId xmlns:a16="http://schemas.microsoft.com/office/drawing/2014/main" id="{8A973A41-6408-4AC9-8772-7364E3F722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a8aec279c848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3586"/>
            <a:ext cx="9164231" cy="4308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0" name="Google Shape;120;p28">
            <a:extLst xmlns:a="http://schemas.openxmlformats.org/drawingml/2006/main">
              <a:ext uri="{FF2B5EF4-FFF2-40B4-BE49-F238E27FC236}">
                <a16:creationId xmlns:a16="http://schemas.microsoft.com/office/drawing/2014/main" id="{73BB418C-BD0A-4D20-80F1-C6D39362BE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e86f5ece6e460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03291" y="4791827"/>
            <a:ext cx="1201904" cy="270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1" name="Google Shape;121;p28">
            <a:extLst xmlns:a="http://schemas.openxmlformats.org/drawingml/2006/main">
              <a:ext uri="{FF2B5EF4-FFF2-40B4-BE49-F238E27FC236}">
                <a16:creationId xmlns:a16="http://schemas.microsoft.com/office/drawing/2014/main" id="{9A6DFE0B-7A02-4B91-A463-376151D714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42876" y="4785798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22" name="Google Shape;122;p28">
            <a:extLst xmlns:a="http://schemas.openxmlformats.org/drawingml/2006/main">
              <a:ext uri="{FF2B5EF4-FFF2-40B4-BE49-F238E27FC236}">
                <a16:creationId xmlns:a16="http://schemas.microsoft.com/office/drawing/2014/main" id="{84FA8BA4-0E5C-4C65-A8AF-52B4F93506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6477" y="568240"/>
            <a:ext cx="7886700" cy="31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000"/>
              <a:buFont typeface="Georgia"/>
              <a:buNone/>
              <a:defRPr sz="3000" b="0">
                <a:solidFill>
                  <a:srgbClr val="A4123F"/>
                </a:solidFill>
                <a:latin typeface="Georgia"/>
                <a:ea typeface="Georgia"/>
                <a:cs typeface="Georgi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cxnSp>
        <p:nvCxnSpPr>
          <p:cNvPr id="123" name="Google Shape;123;p28">
            <a:extLst xmlns:a="http://schemas.openxmlformats.org/drawingml/2006/main">
              <a:ext uri="{FF2B5EF4-FFF2-40B4-BE49-F238E27FC236}">
                <a16:creationId xmlns:a16="http://schemas.microsoft.com/office/drawing/2014/main" id="{D303768D-F144-4CA2-808D-30E8C0C2E1EF}"/>
              </a:ext>
            </a:extLst>
          </p:cNvPr>
          <p:cNvCxnSpPr/>
          <p:nvPr/>
        </p:nvCxnSpPr>
        <p:spPr>
          <a:xfrm xmlns:a="http://schemas.openxmlformats.org/drawingml/2006/main">
            <a:off x="371475" y="1200072"/>
            <a:ext cx="828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A4123F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124" name="Google Shape;124;p28">
            <a:extLst xmlns:a="http://schemas.openxmlformats.org/drawingml/2006/main">
              <a:ext uri="{FF2B5EF4-FFF2-40B4-BE49-F238E27FC236}">
                <a16:creationId xmlns:a16="http://schemas.microsoft.com/office/drawing/2014/main" id="{371AB758-A939-42A2-9484-B4C03066D6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61ea0a5c9a4573">
            <a:alphaModFix/>
          </a:blip>
          <a:srcRect xmlns:a="http://schemas.openxmlformats.org/drawingml/2006/main" l="0" t="0" r="81454" b="8520"/>
          <a:stretch xmlns:a="http://schemas.openxmlformats.org/drawingml/2006/main"/>
        </p:blipFill>
        <p:spPr>
          <a:xfrm xmlns:a="http://schemas.openxmlformats.org/drawingml/2006/main">
            <a:off x="371475" y="568241"/>
            <a:ext cx="437516" cy="53420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25" name="Google Shape;125;p28">
            <a:extLst xmlns:a="http://schemas.openxmlformats.org/drawingml/2006/main">
              <a:ext uri="{FF2B5EF4-FFF2-40B4-BE49-F238E27FC236}">
                <a16:creationId xmlns:a16="http://schemas.microsoft.com/office/drawing/2014/main" id="{29F7F682-930B-45F1-8C8E-83612E6CEE60}"/>
              </a:ext>
            </a:extLst>
          </p:cNvPr>
          <p:cNvCxnSpPr/>
          <p:nvPr/>
        </p:nvCxnSpPr>
        <p:spPr>
          <a:xfrm xmlns:a="http://schemas.openxmlformats.org/drawingml/2006/main">
            <a:off x="901859" y="568241"/>
            <a:ext cx="0" cy="52762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26" name="Google Shape;126;p28">
            <a:extLst xmlns:a="http://schemas.openxmlformats.org/drawingml/2006/main">
              <a:ext uri="{FF2B5EF4-FFF2-40B4-BE49-F238E27FC236}">
                <a16:creationId xmlns:a16="http://schemas.microsoft.com/office/drawing/2014/main" id="{E0C9C2CF-FA28-4C80-9588-8593839D09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36477" y="866776"/>
            <a:ext cx="7886700" cy="33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Calibri"/>
                <a:ea typeface="Calibri"/>
                <a:cs typeface="Calibri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27" name="Google Shape;127;p28">
            <a:extLst xmlns:a="http://schemas.openxmlformats.org/drawingml/2006/main">
              <a:ext uri="{FF2B5EF4-FFF2-40B4-BE49-F238E27FC236}">
                <a16:creationId xmlns:a16="http://schemas.microsoft.com/office/drawing/2014/main" id="{2E269BEE-63FF-4548-96CD-1A1C1D506E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71476" y="1801511"/>
            <a:ext cx="4114125" cy="139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sz="1400">
                <a:solidFill>
                  <a:srgbClr val="7F7F7F"/>
                </a:solidFill>
                <a:latin typeface="Georgia"/>
                <a:ea typeface="Georgia"/>
                <a:cs typeface="Georgia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 matchingName="Custom Layout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9" name="Google Shape;129;p29">
            <a:extLst xmlns:a="http://schemas.openxmlformats.org/drawingml/2006/main">
              <a:ext uri="{FF2B5EF4-FFF2-40B4-BE49-F238E27FC236}">
                <a16:creationId xmlns:a16="http://schemas.microsoft.com/office/drawing/2014/main" id="{B3A5AB9F-F88F-4F45-A8E8-27F88F833C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d6fecd0ede43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550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0" name="Google Shape;130;p29">
            <a:extLst xmlns:a="http://schemas.openxmlformats.org/drawingml/2006/main">
              <a:ext uri="{FF2B5EF4-FFF2-40B4-BE49-F238E27FC236}">
                <a16:creationId xmlns:a16="http://schemas.microsoft.com/office/drawing/2014/main" id="{EFDEB107-DFBE-49B3-9EC6-B43A477127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1" name="Google Shape;131;p29">
            <a:extLst xmlns:a="http://schemas.openxmlformats.org/drawingml/2006/main">
              <a:ext uri="{FF2B5EF4-FFF2-40B4-BE49-F238E27FC236}">
                <a16:creationId xmlns:a16="http://schemas.microsoft.com/office/drawing/2014/main" id="{72552310-81FD-40F0-948D-C6285D9920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2" name="Google Shape;132;p29">
            <a:extLst xmlns:a="http://schemas.openxmlformats.org/drawingml/2006/main">
              <a:ext uri="{FF2B5EF4-FFF2-40B4-BE49-F238E27FC236}">
                <a16:creationId xmlns:a16="http://schemas.microsoft.com/office/drawing/2014/main" id="{D49C7761-158E-42CF-80AF-84B4EBB0C4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cxnSp>
        <p:nvCxnSpPr>
          <p:cNvPr id="133" name="Google Shape;133;p29">
            <a:extLst xmlns:a="http://schemas.openxmlformats.org/drawingml/2006/main">
              <a:ext uri="{FF2B5EF4-FFF2-40B4-BE49-F238E27FC236}">
                <a16:creationId xmlns:a16="http://schemas.microsoft.com/office/drawing/2014/main" id="{62A31188-CC72-47CB-BA97-2A96690F0C26}"/>
              </a:ext>
            </a:extLst>
          </p:cNvPr>
          <p:cNvCxnSpPr/>
          <p:nvPr/>
        </p:nvCxnSpPr>
        <p:spPr>
          <a:xfrm xmlns:a="http://schemas.openxmlformats.org/drawingml/2006/main">
            <a:off x="1846660" y="2357438"/>
            <a:ext cx="5450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4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34" name="Google Shape;134;p29">
            <a:extLst xmlns:a="http://schemas.openxmlformats.org/drawingml/2006/main">
              <a:ext uri="{FF2B5EF4-FFF2-40B4-BE49-F238E27FC236}">
                <a16:creationId xmlns:a16="http://schemas.microsoft.com/office/drawing/2014/main" id="{BE861CC6-002F-4284-99CB-C17459CD05A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2357470"/>
            <a:ext cx="9144000" cy="58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Georgia"/>
              <a:buNone/>
              <a:defRPr sz="3000" b="0">
                <a:solidFill>
                  <a:schemeClr val="lt1"/>
                </a:solidFill>
                <a:latin typeface="Georgia"/>
                <a:ea typeface="Georgia"/>
                <a:cs typeface="Georgi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5" name="Google Shape;135;p29">
            <a:extLst xmlns:a="http://schemas.openxmlformats.org/drawingml/2006/main">
              <a:ext uri="{FF2B5EF4-FFF2-40B4-BE49-F238E27FC236}">
                <a16:creationId xmlns:a16="http://schemas.microsoft.com/office/drawing/2014/main" id="{9F0D401C-2104-4277-AEE2-B8D91E6576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2893953"/>
            <a:ext cx="9144000" cy="3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pic>
        <p:nvPicPr>
          <p:cNvPr id="136" name="Google Shape;136;p29">
            <a:extLst xmlns:a="http://schemas.openxmlformats.org/drawingml/2006/main">
              <a:ext uri="{FF2B5EF4-FFF2-40B4-BE49-F238E27FC236}">
                <a16:creationId xmlns:a16="http://schemas.microsoft.com/office/drawing/2014/main" id="{CFE36212-89B8-4930-A5EA-C49A7C5A72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b0d9d137ba4be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140280" y="1426618"/>
            <a:ext cx="2863440" cy="64377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7" name="Google Shape;137;p29">
            <a:extLst xmlns:a="http://schemas.openxmlformats.org/drawingml/2006/main">
              <a:ext uri="{FF2B5EF4-FFF2-40B4-BE49-F238E27FC236}">
                <a16:creationId xmlns:a16="http://schemas.microsoft.com/office/drawing/2014/main" id="{C1C678EE-0417-42EF-9CF3-7FE975B3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465" y="3852687"/>
            <a:ext cx="4609125" cy="3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AMRITAPURI | BENGALURU | COIMBATORE | KOCHI | MYSURU | CHENNAI</a:t>
            </a:r>
            <a:br>
              <a:rPr sz="8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rPr>
            </a:br>
            <a:endParaRPr sz="8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8_Custom Layout">
  <p:cSld name="8_Custom Layou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9" name="Google Shape;139;p30">
            <a:extLst xmlns:a="http://schemas.openxmlformats.org/drawingml/2006/main">
              <a:ext uri="{FF2B5EF4-FFF2-40B4-BE49-F238E27FC236}">
                <a16:creationId xmlns:a16="http://schemas.microsoft.com/office/drawing/2014/main" id="{07B10A04-281A-46E9-BF4F-78E75BB5F1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92aabc5cb846e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3586"/>
            <a:ext cx="9164231" cy="4308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140;p30">
            <a:extLst xmlns:a="http://schemas.openxmlformats.org/drawingml/2006/main">
              <a:ext uri="{FF2B5EF4-FFF2-40B4-BE49-F238E27FC236}">
                <a16:creationId xmlns:a16="http://schemas.microsoft.com/office/drawing/2014/main" id="{881EB438-1EDE-4856-AC99-D7ECE3DA1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9d67ef5a4f4f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03291" y="4791827"/>
            <a:ext cx="1201904" cy="270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30">
            <a:extLst xmlns:a="http://schemas.openxmlformats.org/drawingml/2006/main">
              <a:ext uri="{FF2B5EF4-FFF2-40B4-BE49-F238E27FC236}">
                <a16:creationId xmlns:a16="http://schemas.microsoft.com/office/drawing/2014/main" id="{271EDE67-44C3-42C6-A95E-AD2F95F0AB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42876" y="4785798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42" name="Google Shape;142;p30">
            <a:extLst xmlns:a="http://schemas.openxmlformats.org/drawingml/2006/main">
              <a:ext uri="{FF2B5EF4-FFF2-40B4-BE49-F238E27FC236}">
                <a16:creationId xmlns:a16="http://schemas.microsoft.com/office/drawing/2014/main" id="{A32E1F02-7905-4BCF-B775-08B6CB9812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6477" y="568240"/>
            <a:ext cx="7886700" cy="31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000"/>
              <a:buFont typeface="Georgia"/>
              <a:buNone/>
              <a:defRPr sz="3000" b="0">
                <a:solidFill>
                  <a:srgbClr val="A4123F"/>
                </a:solidFill>
                <a:latin typeface="Georgia"/>
                <a:ea typeface="Georgia"/>
                <a:cs typeface="Georgi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cxnSp>
        <p:nvCxnSpPr>
          <p:cNvPr id="143" name="Google Shape;143;p30">
            <a:extLst xmlns:a="http://schemas.openxmlformats.org/drawingml/2006/main">
              <a:ext uri="{FF2B5EF4-FFF2-40B4-BE49-F238E27FC236}">
                <a16:creationId xmlns:a16="http://schemas.microsoft.com/office/drawing/2014/main" id="{477ECCA1-5F8D-4442-985A-D9D3E28DBDFE}"/>
              </a:ext>
            </a:extLst>
          </p:cNvPr>
          <p:cNvCxnSpPr/>
          <p:nvPr/>
        </p:nvCxnSpPr>
        <p:spPr>
          <a:xfrm xmlns:a="http://schemas.openxmlformats.org/drawingml/2006/main">
            <a:off x="371475" y="1200072"/>
            <a:ext cx="828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A4123F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144" name="Google Shape;144;p30">
            <a:extLst xmlns:a="http://schemas.openxmlformats.org/drawingml/2006/main">
              <a:ext uri="{FF2B5EF4-FFF2-40B4-BE49-F238E27FC236}">
                <a16:creationId xmlns:a16="http://schemas.microsoft.com/office/drawing/2014/main" id="{0ABA7F06-52FF-4C8B-AC55-FE9D084676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51d983297d4636">
            <a:alphaModFix/>
          </a:blip>
          <a:srcRect xmlns:a="http://schemas.openxmlformats.org/drawingml/2006/main" l="0" t="0" r="81454" b="8520"/>
          <a:stretch xmlns:a="http://schemas.openxmlformats.org/drawingml/2006/main"/>
        </p:blipFill>
        <p:spPr>
          <a:xfrm xmlns:a="http://schemas.openxmlformats.org/drawingml/2006/main">
            <a:off x="371475" y="568241"/>
            <a:ext cx="437516" cy="53420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145" name="Google Shape;145;p30">
            <a:extLst xmlns:a="http://schemas.openxmlformats.org/drawingml/2006/main">
              <a:ext uri="{FF2B5EF4-FFF2-40B4-BE49-F238E27FC236}">
                <a16:creationId xmlns:a16="http://schemas.microsoft.com/office/drawing/2014/main" id="{2EE1C139-4E74-4402-90AA-6F8112C066CE}"/>
              </a:ext>
            </a:extLst>
          </p:cNvPr>
          <p:cNvCxnSpPr/>
          <p:nvPr/>
        </p:nvCxnSpPr>
        <p:spPr>
          <a:xfrm xmlns:a="http://schemas.openxmlformats.org/drawingml/2006/main">
            <a:off x="901859" y="568241"/>
            <a:ext cx="0" cy="527625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6" name="Google Shape;146;p30">
            <a:extLst xmlns:a="http://schemas.openxmlformats.org/drawingml/2006/main">
              <a:ext uri="{FF2B5EF4-FFF2-40B4-BE49-F238E27FC236}">
                <a16:creationId xmlns:a16="http://schemas.microsoft.com/office/drawing/2014/main" id="{E0335C3D-483E-4637-8225-A1F8F466C3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36477" y="866776"/>
            <a:ext cx="7886700" cy="33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Calibri"/>
                <a:ea typeface="Calibri"/>
                <a:cs typeface="Calibri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47" name="Google Shape;147;p30">
            <a:extLst xmlns:a="http://schemas.openxmlformats.org/drawingml/2006/main">
              <a:ext uri="{FF2B5EF4-FFF2-40B4-BE49-F238E27FC236}">
                <a16:creationId xmlns:a16="http://schemas.microsoft.com/office/drawing/2014/main" id="{B2F8A6A4-705F-4375-8734-FCBAF669081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901859" y="1679513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148" name="Google Shape;148;p30">
            <a:extLst xmlns:a="http://schemas.openxmlformats.org/drawingml/2006/main">
              <a:ext uri="{FF2B5EF4-FFF2-40B4-BE49-F238E27FC236}">
                <a16:creationId xmlns:a16="http://schemas.microsoft.com/office/drawing/2014/main" id="{418D7C75-6D5F-4D00-8635-DB88E02485FB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2517530" y="1680031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149" name="Google Shape;149;p30">
            <a:extLst xmlns:a="http://schemas.openxmlformats.org/drawingml/2006/main">
              <a:ext uri="{FF2B5EF4-FFF2-40B4-BE49-F238E27FC236}">
                <a16:creationId xmlns:a16="http://schemas.microsoft.com/office/drawing/2014/main" id="{E3671F2D-94B1-456A-9F3D-437D113A86AA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133202" y="1665415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150" name="Google Shape;150;p30">
            <a:extLst xmlns:a="http://schemas.openxmlformats.org/drawingml/2006/main">
              <a:ext uri="{FF2B5EF4-FFF2-40B4-BE49-F238E27FC236}">
                <a16:creationId xmlns:a16="http://schemas.microsoft.com/office/drawing/2014/main" id="{F200E9E3-C368-4C6E-B3F7-24349C5F50E5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5748874" y="1665933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151" name="Google Shape;151;p30">
            <a:extLst xmlns:a="http://schemas.openxmlformats.org/drawingml/2006/main">
              <a:ext uri="{FF2B5EF4-FFF2-40B4-BE49-F238E27FC236}">
                <a16:creationId xmlns:a16="http://schemas.microsoft.com/office/drawing/2014/main" id="{806E2740-973E-4E83-9C55-792FE56957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7364546" y="1665415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152" name="Google Shape;152;p30">
            <a:extLst xmlns:a="http://schemas.openxmlformats.org/drawingml/2006/main">
              <a:ext uri="{FF2B5EF4-FFF2-40B4-BE49-F238E27FC236}">
                <a16:creationId xmlns:a16="http://schemas.microsoft.com/office/drawing/2014/main" id="{AEAD2408-9706-4656-B93C-87634C7B5E0D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901859" y="3160766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153" name="Google Shape;153;p30">
            <a:extLst xmlns:a="http://schemas.openxmlformats.org/drawingml/2006/main">
              <a:ext uri="{FF2B5EF4-FFF2-40B4-BE49-F238E27FC236}">
                <a16:creationId xmlns:a16="http://schemas.microsoft.com/office/drawing/2014/main" id="{D4DC7284-E72F-4508-A688-B16FB778B4B5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2517530" y="3161284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154" name="Google Shape;154;p30">
            <a:extLst xmlns:a="http://schemas.openxmlformats.org/drawingml/2006/main">
              <a:ext uri="{FF2B5EF4-FFF2-40B4-BE49-F238E27FC236}">
                <a16:creationId xmlns:a16="http://schemas.microsoft.com/office/drawing/2014/main" id="{50D2FC0D-3CF7-435A-BE3D-00803C5DC6AA}"/>
              </a:ext>
            </a:extLst>
          </p:cNvPr>
          <p:cNvSpPr>
            <a:spLocks xmlns:a="http://schemas.openxmlformats.org/drawingml/2006/main" noGrp="1"/>
          </p:cNvSpPr>
          <p:nvPr>
            <p:ph type="pic" idx="9"/>
          </p:nvPr>
        </p:nvSpPr>
        <p:spPr>
          <a:xfrm xmlns:a="http://schemas.openxmlformats.org/drawingml/2006/main">
            <a:off x="4133202" y="3146668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155" name="Google Shape;155;p30">
            <a:extLst xmlns:a="http://schemas.openxmlformats.org/drawingml/2006/main">
              <a:ext uri="{FF2B5EF4-FFF2-40B4-BE49-F238E27FC236}">
                <a16:creationId xmlns:a16="http://schemas.microsoft.com/office/drawing/2014/main" id="{B13D3683-C978-413E-8128-4E07683FDC7C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5748874" y="3147186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156" name="Google Shape;156;p30">
            <a:extLst xmlns:a="http://schemas.openxmlformats.org/drawingml/2006/main">
              <a:ext uri="{FF2B5EF4-FFF2-40B4-BE49-F238E27FC236}">
                <a16:creationId xmlns:a16="http://schemas.microsoft.com/office/drawing/2014/main" id="{2FD0F75D-03C0-4AD7-A4F1-9C328A6D88B6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7364546" y="3146668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</p:spTree>
  </p:cSld>
</p:sldLayout>
</file>

<file path=ppt/slideLayouts/slideLayout28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31">
            <a:extLst xmlns:a="http://schemas.openxmlformats.org/drawingml/2006/main">
              <a:ext uri="{FF2B5EF4-FFF2-40B4-BE49-F238E27FC236}">
                <a16:creationId xmlns:a16="http://schemas.microsoft.com/office/drawing/2014/main" id="{5C0E5727-A738-4B7F-A12E-CD2B6AA04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9" name="Google Shape;159;p31">
            <a:extLst xmlns:a="http://schemas.openxmlformats.org/drawingml/2006/main">
              <a:ext uri="{FF2B5EF4-FFF2-40B4-BE49-F238E27FC236}">
                <a16:creationId xmlns:a16="http://schemas.microsoft.com/office/drawing/2014/main" id="{D15C4617-D6E6-411A-AA6C-3B32C8057E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60" name="Google Shape;160;p31">
            <a:extLst xmlns:a="http://schemas.openxmlformats.org/drawingml/2006/main">
              <a:ext uri="{FF2B5EF4-FFF2-40B4-BE49-F238E27FC236}">
                <a16:creationId xmlns:a16="http://schemas.microsoft.com/office/drawing/2014/main" id="{7447C2E3-B947-46A7-89FD-ED3AB747D7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1" name="Google Shape;161;p31">
            <a:extLst xmlns:a="http://schemas.openxmlformats.org/drawingml/2006/main">
              <a:ext uri="{FF2B5EF4-FFF2-40B4-BE49-F238E27FC236}">
                <a16:creationId xmlns:a16="http://schemas.microsoft.com/office/drawing/2014/main" id="{F49F4CD1-8FD2-4933-B62E-E761055BF0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2" name="Google Shape;162;p31">
            <a:extLst xmlns:a="http://schemas.openxmlformats.org/drawingml/2006/main">
              <a:ext uri="{FF2B5EF4-FFF2-40B4-BE49-F238E27FC236}">
                <a16:creationId xmlns:a16="http://schemas.microsoft.com/office/drawing/2014/main" id="{AB273C3C-65DA-4983-8DFA-813D92B9C6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p32">
            <a:extLst xmlns:a="http://schemas.openxmlformats.org/drawingml/2006/main">
              <a:ext uri="{FF2B5EF4-FFF2-40B4-BE49-F238E27FC236}">
                <a16:creationId xmlns:a16="http://schemas.microsoft.com/office/drawing/2014/main" id="{E4348C80-193F-4089-A155-D7FDE54895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3"/>
            <a:ext cx="7886700" cy="213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5" name="Google Shape;165;p32">
            <a:extLst xmlns:a="http://schemas.openxmlformats.org/drawingml/2006/main">
              <a:ext uri="{FF2B5EF4-FFF2-40B4-BE49-F238E27FC236}">
                <a16:creationId xmlns:a16="http://schemas.microsoft.com/office/drawing/2014/main" id="{D574F011-4624-4D18-A41B-3BB43BEA36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6" name="Google Shape;166;p32">
            <a:extLst xmlns:a="http://schemas.openxmlformats.org/drawingml/2006/main">
              <a:ext uri="{FF2B5EF4-FFF2-40B4-BE49-F238E27FC236}">
                <a16:creationId xmlns:a16="http://schemas.microsoft.com/office/drawing/2014/main" id="{36D628CA-90F3-486A-A51D-9941268FF8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7" name="Google Shape;167;p32">
            <a:extLst xmlns:a="http://schemas.openxmlformats.org/drawingml/2006/main">
              <a:ext uri="{FF2B5EF4-FFF2-40B4-BE49-F238E27FC236}">
                <a16:creationId xmlns:a16="http://schemas.microsoft.com/office/drawing/2014/main" id="{027CFD3D-3896-4FC7-B1A3-142E608133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8" name="Google Shape;168;p32">
            <a:extLst xmlns:a="http://schemas.openxmlformats.org/drawingml/2006/main">
              <a:ext uri="{FF2B5EF4-FFF2-40B4-BE49-F238E27FC236}">
                <a16:creationId xmlns:a16="http://schemas.microsoft.com/office/drawing/2014/main" id="{A2E1F4F2-2DA7-4741-88AD-D962E3266B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33">
            <a:extLst xmlns:a="http://schemas.openxmlformats.org/drawingml/2006/main">
              <a:ext uri="{FF2B5EF4-FFF2-40B4-BE49-F238E27FC236}">
                <a16:creationId xmlns:a16="http://schemas.microsoft.com/office/drawing/2014/main" id="{68FB924A-092D-4EB8-A4CB-672F76F4C6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71" name="Google Shape;171;p33">
            <a:extLst xmlns:a="http://schemas.openxmlformats.org/drawingml/2006/main">
              <a:ext uri="{FF2B5EF4-FFF2-40B4-BE49-F238E27FC236}">
                <a16:creationId xmlns:a16="http://schemas.microsoft.com/office/drawing/2014/main" id="{868A272C-7767-49E1-B1C6-1B1EF03736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72" name="Google Shape;172;p33">
            <a:extLst xmlns:a="http://schemas.openxmlformats.org/drawingml/2006/main">
              <a:ext uri="{FF2B5EF4-FFF2-40B4-BE49-F238E27FC236}">
                <a16:creationId xmlns:a16="http://schemas.microsoft.com/office/drawing/2014/main" id="{BACC1954-B6E7-4C41-9405-885DB1D109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73" name="Google Shape;173;p33">
            <a:extLst xmlns:a="http://schemas.openxmlformats.org/drawingml/2006/main">
              <a:ext uri="{FF2B5EF4-FFF2-40B4-BE49-F238E27FC236}">
                <a16:creationId xmlns:a16="http://schemas.microsoft.com/office/drawing/2014/main" id="{EDD0660E-A8C9-492B-BE7D-7F4ACC8DEB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74" name="Google Shape;174;p33">
            <a:extLst xmlns:a="http://schemas.openxmlformats.org/drawingml/2006/main">
              <a:ext uri="{FF2B5EF4-FFF2-40B4-BE49-F238E27FC236}">
                <a16:creationId xmlns:a16="http://schemas.microsoft.com/office/drawing/2014/main" id="{909FF785-CF35-4AE0-BC27-96533D9090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75" name="Google Shape;175;p33">
            <a:extLst xmlns:a="http://schemas.openxmlformats.org/drawingml/2006/main">
              <a:ext uri="{FF2B5EF4-FFF2-40B4-BE49-F238E27FC236}">
                <a16:creationId xmlns:a16="http://schemas.microsoft.com/office/drawing/2014/main" id="{6D9F8384-A676-4480-9596-496AF0036D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Google Shape;177;p34">
            <a:extLst xmlns:a="http://schemas.openxmlformats.org/drawingml/2006/main">
              <a:ext uri="{FF2B5EF4-FFF2-40B4-BE49-F238E27FC236}">
                <a16:creationId xmlns:a16="http://schemas.microsoft.com/office/drawing/2014/main" id="{DC323026-7115-41F0-8AF3-A86C113CE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78" name="Google Shape;178;p34">
            <a:extLst xmlns:a="http://schemas.openxmlformats.org/drawingml/2006/main">
              <a:ext uri="{FF2B5EF4-FFF2-40B4-BE49-F238E27FC236}">
                <a16:creationId xmlns:a16="http://schemas.microsoft.com/office/drawing/2014/main" id="{7704FE77-CDD8-4C69-AA35-1B5A969970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425" cy="61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179" name="Google Shape;179;p34">
            <a:extLst xmlns:a="http://schemas.openxmlformats.org/drawingml/2006/main">
              <a:ext uri="{FF2B5EF4-FFF2-40B4-BE49-F238E27FC236}">
                <a16:creationId xmlns:a16="http://schemas.microsoft.com/office/drawing/2014/main" id="{FF0DA989-B8AA-45A1-B5F4-FA86D743D4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425" cy="276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80" name="Google Shape;180;p34">
            <a:extLst xmlns:a="http://schemas.openxmlformats.org/drawingml/2006/main">
              <a:ext uri="{FF2B5EF4-FFF2-40B4-BE49-F238E27FC236}">
                <a16:creationId xmlns:a16="http://schemas.microsoft.com/office/drawing/2014/main" id="{56269120-2164-4628-99D8-1C201D57EB6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25" cy="61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181" name="Google Shape;181;p34">
            <a:extLst xmlns:a="http://schemas.openxmlformats.org/drawingml/2006/main">
              <a:ext uri="{FF2B5EF4-FFF2-40B4-BE49-F238E27FC236}">
                <a16:creationId xmlns:a16="http://schemas.microsoft.com/office/drawing/2014/main" id="{031ACBEC-58A5-4741-8943-0FA1561DE8C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25" cy="276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82" name="Google Shape;182;p34">
            <a:extLst xmlns:a="http://schemas.openxmlformats.org/drawingml/2006/main">
              <a:ext uri="{FF2B5EF4-FFF2-40B4-BE49-F238E27FC236}">
                <a16:creationId xmlns:a16="http://schemas.microsoft.com/office/drawing/2014/main" id="{9814254E-5AFA-4531-941B-A0CA2EEEEB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83" name="Google Shape;183;p34">
            <a:extLst xmlns:a="http://schemas.openxmlformats.org/drawingml/2006/main">
              <a:ext uri="{FF2B5EF4-FFF2-40B4-BE49-F238E27FC236}">
                <a16:creationId xmlns:a16="http://schemas.microsoft.com/office/drawing/2014/main" id="{1D3A60C3-DEE4-4DFD-BA3F-16296A9957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84" name="Google Shape;184;p34">
            <a:extLst xmlns:a="http://schemas.openxmlformats.org/drawingml/2006/main">
              <a:ext uri="{FF2B5EF4-FFF2-40B4-BE49-F238E27FC236}">
                <a16:creationId xmlns:a16="http://schemas.microsoft.com/office/drawing/2014/main" id="{28974652-48C0-4CF0-A78C-83A31A5CDF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186;p35">
            <a:extLst xmlns:a="http://schemas.openxmlformats.org/drawingml/2006/main">
              <a:ext uri="{FF2B5EF4-FFF2-40B4-BE49-F238E27FC236}">
                <a16:creationId xmlns:a16="http://schemas.microsoft.com/office/drawing/2014/main" id="{985FC014-1CAC-412C-8FCF-C41594DABB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87" name="Google Shape;187;p35">
            <a:extLst xmlns:a="http://schemas.openxmlformats.org/drawingml/2006/main">
              <a:ext uri="{FF2B5EF4-FFF2-40B4-BE49-F238E27FC236}">
                <a16:creationId xmlns:a16="http://schemas.microsoft.com/office/drawing/2014/main" id="{15077FE0-E893-4317-BBA4-B2BADB4DF0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88" name="Google Shape;188;p35">
            <a:extLst xmlns:a="http://schemas.openxmlformats.org/drawingml/2006/main">
              <a:ext uri="{FF2B5EF4-FFF2-40B4-BE49-F238E27FC236}">
                <a16:creationId xmlns:a16="http://schemas.microsoft.com/office/drawing/2014/main" id="{067D2733-D107-46DB-83BB-E6F26794A8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89" name="Google Shape;189;p35">
            <a:extLst xmlns:a="http://schemas.openxmlformats.org/drawingml/2006/main">
              <a:ext uri="{FF2B5EF4-FFF2-40B4-BE49-F238E27FC236}">
                <a16:creationId xmlns:a16="http://schemas.microsoft.com/office/drawing/2014/main" id="{ECCB469C-2974-4D1F-8C1F-A36ED23D06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" name="Google Shape;191;p36">
            <a:extLst xmlns:a="http://schemas.openxmlformats.org/drawingml/2006/main">
              <a:ext uri="{FF2B5EF4-FFF2-40B4-BE49-F238E27FC236}">
                <a16:creationId xmlns:a16="http://schemas.microsoft.com/office/drawing/2014/main" id="{E938C446-50E1-464B-AC81-51E09FDA44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2" name="Google Shape;192;p36">
            <a:extLst xmlns:a="http://schemas.openxmlformats.org/drawingml/2006/main">
              <a:ext uri="{FF2B5EF4-FFF2-40B4-BE49-F238E27FC236}">
                <a16:creationId xmlns:a16="http://schemas.microsoft.com/office/drawing/2014/main" id="{8416D75F-0ED5-4BD5-9409-E95FECBF0E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3" name="Google Shape;193;p36">
            <a:extLst xmlns:a="http://schemas.openxmlformats.org/drawingml/2006/main">
              <a:ext uri="{FF2B5EF4-FFF2-40B4-BE49-F238E27FC236}">
                <a16:creationId xmlns:a16="http://schemas.microsoft.com/office/drawing/2014/main" id="{6CE01007-B864-48BA-A3C8-BDBA4BF6A0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" name="Google Shape;195;p37">
            <a:extLst xmlns:a="http://schemas.openxmlformats.org/drawingml/2006/main">
              <a:ext uri="{FF2B5EF4-FFF2-40B4-BE49-F238E27FC236}">
                <a16:creationId xmlns:a16="http://schemas.microsoft.com/office/drawing/2014/main" id="{C69AB71A-A06A-40AD-AAC5-99B65DFDD9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0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6" name="Google Shape;196;p37">
            <a:extLst xmlns:a="http://schemas.openxmlformats.org/drawingml/2006/main">
              <a:ext uri="{FF2B5EF4-FFF2-40B4-BE49-F238E27FC236}">
                <a16:creationId xmlns:a16="http://schemas.microsoft.com/office/drawing/2014/main" id="{8BE8FA04-117B-409E-B23D-13EF3978CB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197" name="Google Shape;197;p37">
            <a:extLst xmlns:a="http://schemas.openxmlformats.org/drawingml/2006/main">
              <a:ext uri="{FF2B5EF4-FFF2-40B4-BE49-F238E27FC236}">
                <a16:creationId xmlns:a16="http://schemas.microsoft.com/office/drawing/2014/main" id="{742CF98F-A8C3-42F2-8326-42FAF6476E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075" cy="285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198" name="Google Shape;198;p37">
            <a:extLst xmlns:a="http://schemas.openxmlformats.org/drawingml/2006/main">
              <a:ext uri="{FF2B5EF4-FFF2-40B4-BE49-F238E27FC236}">
                <a16:creationId xmlns:a16="http://schemas.microsoft.com/office/drawing/2014/main" id="{9EF8E056-A061-49CE-951B-C0DAE729F0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9" name="Google Shape;199;p37">
            <a:extLst xmlns:a="http://schemas.openxmlformats.org/drawingml/2006/main">
              <a:ext uri="{FF2B5EF4-FFF2-40B4-BE49-F238E27FC236}">
                <a16:creationId xmlns:a16="http://schemas.microsoft.com/office/drawing/2014/main" id="{668E0AFE-2B32-4EA5-8C5A-7D1D691EDE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00" name="Google Shape;200;p37">
            <a:extLst xmlns:a="http://schemas.openxmlformats.org/drawingml/2006/main">
              <a:ext uri="{FF2B5EF4-FFF2-40B4-BE49-F238E27FC236}">
                <a16:creationId xmlns:a16="http://schemas.microsoft.com/office/drawing/2014/main" id="{C4C7EA22-D6E7-4472-8EFE-BE68956EB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Google Shape;202;p38">
            <a:extLst xmlns:a="http://schemas.openxmlformats.org/drawingml/2006/main">
              <a:ext uri="{FF2B5EF4-FFF2-40B4-BE49-F238E27FC236}">
                <a16:creationId xmlns:a16="http://schemas.microsoft.com/office/drawing/2014/main" id="{5812293F-F31D-4BD8-8A77-6DC1D562C9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0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03" name="Google Shape;203;p38">
            <a:extLst xmlns:a="http://schemas.openxmlformats.org/drawingml/2006/main">
              <a:ext uri="{FF2B5EF4-FFF2-40B4-BE49-F238E27FC236}">
                <a16:creationId xmlns:a16="http://schemas.microsoft.com/office/drawing/2014/main" id="{F89A517E-D66F-4C71-B515-754F73E4441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04" name="Google Shape;204;p38">
            <a:extLst xmlns:a="http://schemas.openxmlformats.org/drawingml/2006/main">
              <a:ext uri="{FF2B5EF4-FFF2-40B4-BE49-F238E27FC236}">
                <a16:creationId xmlns:a16="http://schemas.microsoft.com/office/drawing/2014/main" id="{05E93B44-4A0B-4D4F-B242-9F1D1759EB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075" cy="285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205" name="Google Shape;205;p38">
            <a:extLst xmlns:a="http://schemas.openxmlformats.org/drawingml/2006/main">
              <a:ext uri="{FF2B5EF4-FFF2-40B4-BE49-F238E27FC236}">
                <a16:creationId xmlns:a16="http://schemas.microsoft.com/office/drawing/2014/main" id="{3AD42E1C-47EA-4B24-9552-C2494B982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06" name="Google Shape;206;p38">
            <a:extLst xmlns:a="http://schemas.openxmlformats.org/drawingml/2006/main">
              <a:ext uri="{FF2B5EF4-FFF2-40B4-BE49-F238E27FC236}">
                <a16:creationId xmlns:a16="http://schemas.microsoft.com/office/drawing/2014/main" id="{8F9E5CA9-1816-4D0B-809C-440B906663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07" name="Google Shape;207;p38">
            <a:extLst xmlns:a="http://schemas.openxmlformats.org/drawingml/2006/main">
              <a:ext uri="{FF2B5EF4-FFF2-40B4-BE49-F238E27FC236}">
                <a16:creationId xmlns:a16="http://schemas.microsoft.com/office/drawing/2014/main" id="{18E22A31-A352-4429-9B7F-F7A080DF15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6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Google Shape;209;p39">
            <a:extLst xmlns:a="http://schemas.openxmlformats.org/drawingml/2006/main">
              <a:ext uri="{FF2B5EF4-FFF2-40B4-BE49-F238E27FC236}">
                <a16:creationId xmlns:a16="http://schemas.microsoft.com/office/drawing/2014/main" id="{A771377D-69C7-487D-BD95-A5AB3C44CD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0" name="Google Shape;210;p39">
            <a:extLst xmlns:a="http://schemas.openxmlformats.org/drawingml/2006/main">
              <a:ext uri="{FF2B5EF4-FFF2-40B4-BE49-F238E27FC236}">
                <a16:creationId xmlns:a16="http://schemas.microsoft.com/office/drawing/2014/main" id="{EF1B9E47-DF3C-44E6-9B88-DAE786B598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300" y="-942431"/>
            <a:ext cx="3263400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11" name="Google Shape;211;p39">
            <a:extLst xmlns:a="http://schemas.openxmlformats.org/drawingml/2006/main">
              <a:ext uri="{FF2B5EF4-FFF2-40B4-BE49-F238E27FC236}">
                <a16:creationId xmlns:a16="http://schemas.microsoft.com/office/drawing/2014/main" id="{4EF5A60B-5988-43F1-B75B-497EBBB13B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2" name="Google Shape;212;p39">
            <a:extLst xmlns:a="http://schemas.openxmlformats.org/drawingml/2006/main">
              <a:ext uri="{FF2B5EF4-FFF2-40B4-BE49-F238E27FC236}">
                <a16:creationId xmlns:a16="http://schemas.microsoft.com/office/drawing/2014/main" id="{73A06FE4-7D87-4492-B3E8-5A98D4A80C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3" name="Google Shape;213;p39">
            <a:extLst xmlns:a="http://schemas.openxmlformats.org/drawingml/2006/main">
              <a:ext uri="{FF2B5EF4-FFF2-40B4-BE49-F238E27FC236}">
                <a16:creationId xmlns:a16="http://schemas.microsoft.com/office/drawing/2014/main" id="{BA70A360-A2BC-4322-A37E-337BA11477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7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5" name="Google Shape;215;p40">
            <a:extLst xmlns:a="http://schemas.openxmlformats.org/drawingml/2006/main">
              <a:ext uri="{FF2B5EF4-FFF2-40B4-BE49-F238E27FC236}">
                <a16:creationId xmlns:a16="http://schemas.microsoft.com/office/drawing/2014/main" id="{FB253D99-1FB7-48DF-B6B0-24D1DB1A0B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50" y="1467469"/>
            <a:ext cx="4358925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6" name="Google Shape;216;p40">
            <a:extLst xmlns:a="http://schemas.openxmlformats.org/drawingml/2006/main">
              <a:ext uri="{FF2B5EF4-FFF2-40B4-BE49-F238E27FC236}">
                <a16:creationId xmlns:a16="http://schemas.microsoft.com/office/drawing/2014/main" id="{ECC65E00-FBC8-4B3C-99F9-B31FA8B02D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50" y="-447056"/>
            <a:ext cx="4358925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17" name="Google Shape;217;p40">
            <a:extLst xmlns:a="http://schemas.openxmlformats.org/drawingml/2006/main">
              <a:ext uri="{FF2B5EF4-FFF2-40B4-BE49-F238E27FC236}">
                <a16:creationId xmlns:a16="http://schemas.microsoft.com/office/drawing/2014/main" id="{0BDF290E-3825-4202-8AAD-098B33A13E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8" name="Google Shape;218;p40">
            <a:extLst xmlns:a="http://schemas.openxmlformats.org/drawingml/2006/main">
              <a:ext uri="{FF2B5EF4-FFF2-40B4-BE49-F238E27FC236}">
                <a16:creationId xmlns:a16="http://schemas.microsoft.com/office/drawing/2014/main" id="{44FC4502-934C-41D4-AFDF-CE7E9EF797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9" name="Google Shape;219;p40">
            <a:extLst xmlns:a="http://schemas.openxmlformats.org/drawingml/2006/main">
              <a:ext uri="{FF2B5EF4-FFF2-40B4-BE49-F238E27FC236}">
                <a16:creationId xmlns:a16="http://schemas.microsoft.com/office/drawing/2014/main" id="{F1F39298-B22F-4D15-A976-53CC038A8B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8.xml><?xml version="1.0" encoding="utf-8"?>
<p:sldLayout xmlns:p="http://schemas.openxmlformats.org/presentationml/2006/main" matchingName="Title slide" type="title">
  <p:cSld name="TITLE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1" name="Google Shape;221;p41">
            <a:extLst xmlns:a="http://schemas.openxmlformats.org/drawingml/2006/main">
              <a:ext uri="{FF2B5EF4-FFF2-40B4-BE49-F238E27FC236}">
                <a16:creationId xmlns:a16="http://schemas.microsoft.com/office/drawing/2014/main" id="{51AF08C9-D4C8-4DE8-AA5C-43027A30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8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Google Shape;223;p41">
            <a:extLst xmlns:a="http://schemas.openxmlformats.org/drawingml/2006/main">
              <a:ext uri="{FF2B5EF4-FFF2-40B4-BE49-F238E27FC236}">
                <a16:creationId xmlns:a16="http://schemas.microsoft.com/office/drawing/2014/main" id="{9967739D-8CAB-45F6-9A32-B646988D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380763" y="730332"/>
            <a:ext cx="17654" cy="9678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Google Shape;224;p41">
            <a:extLst xmlns:a="http://schemas.openxmlformats.org/drawingml/2006/main">
              <a:ext uri="{FF2B5EF4-FFF2-40B4-BE49-F238E27FC236}">
                <a16:creationId xmlns:a16="http://schemas.microsoft.com/office/drawing/2014/main" id="{AFAF2766-F5DF-4911-8403-226BDFDA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09449" y="726240"/>
            <a:ext cx="17654" cy="9759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41">
            <a:extLst xmlns:a="http://schemas.openxmlformats.org/drawingml/2006/main">
              <a:ext uri="{FF2B5EF4-FFF2-40B4-BE49-F238E27FC236}">
                <a16:creationId xmlns:a16="http://schemas.microsoft.com/office/drawing/2014/main" id="{7D9963BC-0568-491E-B0C7-A0C9C90EDD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29450" y="1322450"/>
            <a:ext cx="7688025" cy="166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226" name="Google Shape;226;p41">
            <a:extLst xmlns:a="http://schemas.openxmlformats.org/drawingml/2006/main">
              <a:ext uri="{FF2B5EF4-FFF2-40B4-BE49-F238E27FC236}">
                <a16:creationId xmlns:a16="http://schemas.microsoft.com/office/drawing/2014/main" id="{4DAA9241-E9C7-4C77-BF46-D66D82D5BD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9628" y="3172900"/>
            <a:ext cx="7688025" cy="54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2pPr>
            <a:lvl3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3pPr>
            <a:lvl4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6pPr>
            <a:lvl7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7pPr>
            <a:lvl8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8pPr>
            <a:lvl9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227" name="Google Shape;227;p41">
            <a:extLst xmlns:a="http://schemas.openxmlformats.org/drawingml/2006/main">
              <a:ext uri="{FF2B5EF4-FFF2-40B4-BE49-F238E27FC236}">
                <a16:creationId xmlns:a16="http://schemas.microsoft.com/office/drawing/2014/main" id="{589AD0EC-1DC8-4577-88BA-786805CD44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36302" y="4749851"/>
            <a:ext cx="548775" cy="39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9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9" name="Google Shape;229;p42">
            <a:extLst xmlns:a="http://schemas.openxmlformats.org/drawingml/2006/main">
              <a:ext uri="{FF2B5EF4-FFF2-40B4-BE49-F238E27FC236}">
                <a16:creationId xmlns:a16="http://schemas.microsoft.com/office/drawing/2014/main" id="{BA4A6E0C-3CE6-45DD-9E18-C16CBFA6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8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Google Shape;231;p42">
            <a:extLst xmlns:a="http://schemas.openxmlformats.org/drawingml/2006/main">
              <a:ext uri="{FF2B5EF4-FFF2-40B4-BE49-F238E27FC236}">
                <a16:creationId xmlns:a16="http://schemas.microsoft.com/office/drawing/2014/main" id="{C4816AB7-4B00-49C7-9E1E-2A4FC3B1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380763" y="730332"/>
            <a:ext cx="17654" cy="9678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Google Shape;232;p42">
            <a:extLst xmlns:a="http://schemas.openxmlformats.org/drawingml/2006/main">
              <a:ext uri="{FF2B5EF4-FFF2-40B4-BE49-F238E27FC236}">
                <a16:creationId xmlns:a16="http://schemas.microsoft.com/office/drawing/2014/main" id="{519BA0AE-1036-4FCD-8816-2B795A57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09449" y="726240"/>
            <a:ext cx="17654" cy="9759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Google Shape;233;p42">
            <a:extLst xmlns:a="http://schemas.openxmlformats.org/drawingml/2006/main">
              <a:ext uri="{FF2B5EF4-FFF2-40B4-BE49-F238E27FC236}">
                <a16:creationId xmlns:a16="http://schemas.microsoft.com/office/drawing/2014/main" id="{56A463E1-9929-46AB-9262-1A6648512A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9450" y="1318650"/>
            <a:ext cx="7688700" cy="53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234" name="Google Shape;234;p42">
            <a:extLst xmlns:a="http://schemas.openxmlformats.org/drawingml/2006/main">
              <a:ext uri="{FF2B5EF4-FFF2-40B4-BE49-F238E27FC236}">
                <a16:creationId xmlns:a16="http://schemas.microsoft.com/office/drawing/2014/main" id="{476FC31D-BB3B-41F2-A060-FDFAB844C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9450" y="2078875"/>
            <a:ext cx="7688700" cy="226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35" name="Google Shape;235;p42">
            <a:extLst xmlns:a="http://schemas.openxmlformats.org/drawingml/2006/main">
              <a:ext uri="{FF2B5EF4-FFF2-40B4-BE49-F238E27FC236}">
                <a16:creationId xmlns:a16="http://schemas.microsoft.com/office/drawing/2014/main" id="{80373F6E-E9E8-401F-BD28-98A7FD6CE3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36302" y="4749851"/>
            <a:ext cx="548775" cy="39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0.xml><?xml version="1.0" encoding="utf-8"?>
<p:sldLayout xmlns:p="http://schemas.openxmlformats.org/presentationml/2006/main" matchingName="7_Custom Layout">
  <p:cSld name="7_Custom Layou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3" name="Google Shape;243;p44">
            <a:extLst xmlns:a="http://schemas.openxmlformats.org/drawingml/2006/main">
              <a:ext uri="{FF2B5EF4-FFF2-40B4-BE49-F238E27FC236}">
                <a16:creationId xmlns:a16="http://schemas.microsoft.com/office/drawing/2014/main" id="{4E458C19-2EEC-4E77-B421-E02B02C6BE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44b8acae2449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3586"/>
            <a:ext cx="9164232" cy="4308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4" name="Google Shape;244;p44">
            <a:extLst xmlns:a="http://schemas.openxmlformats.org/drawingml/2006/main">
              <a:ext uri="{FF2B5EF4-FFF2-40B4-BE49-F238E27FC236}">
                <a16:creationId xmlns:a16="http://schemas.microsoft.com/office/drawing/2014/main" id="{F2E6F6D2-7DA4-4968-AD9D-F492C1ACC4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e7b93a0ddd418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03291" y="4791827"/>
            <a:ext cx="1201904" cy="270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5" name="Google Shape;245;p44">
            <a:extLst xmlns:a="http://schemas.openxmlformats.org/drawingml/2006/main">
              <a:ext uri="{FF2B5EF4-FFF2-40B4-BE49-F238E27FC236}">
                <a16:creationId xmlns:a16="http://schemas.microsoft.com/office/drawing/2014/main" id="{43E2F8F8-B2F9-4E3C-8E4C-DF7A0ADB0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42876" y="4785798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46" name="Google Shape;246;p44">
            <a:extLst xmlns:a="http://schemas.openxmlformats.org/drawingml/2006/main">
              <a:ext uri="{FF2B5EF4-FFF2-40B4-BE49-F238E27FC236}">
                <a16:creationId xmlns:a16="http://schemas.microsoft.com/office/drawing/2014/main" id="{0DE02B99-B5F4-4F66-9CD5-199D7C3AB6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6477" y="568241"/>
            <a:ext cx="7886700" cy="31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000"/>
              <a:buFont typeface="Georgia"/>
              <a:buNone/>
              <a:defRPr sz="3000" b="0">
                <a:solidFill>
                  <a:srgbClr val="A4123F"/>
                </a:solidFill>
                <a:latin typeface="Georgia"/>
                <a:ea typeface="Georgia"/>
                <a:cs typeface="Georgi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cxnSp>
        <p:nvCxnSpPr>
          <p:cNvPr id="247" name="Google Shape;247;p44">
            <a:extLst xmlns:a="http://schemas.openxmlformats.org/drawingml/2006/main">
              <a:ext uri="{FF2B5EF4-FFF2-40B4-BE49-F238E27FC236}">
                <a16:creationId xmlns:a16="http://schemas.microsoft.com/office/drawing/2014/main" id="{13BD2454-196D-4C9F-A4AB-E825DEB72502}"/>
              </a:ext>
            </a:extLst>
          </p:cNvPr>
          <p:cNvCxnSpPr/>
          <p:nvPr/>
        </p:nvCxnSpPr>
        <p:spPr>
          <a:xfrm xmlns:a="http://schemas.openxmlformats.org/drawingml/2006/main">
            <a:off x="371475" y="1200072"/>
            <a:ext cx="8286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A4123F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248" name="Google Shape;248;p44">
            <a:extLst xmlns:a="http://schemas.openxmlformats.org/drawingml/2006/main">
              <a:ext uri="{FF2B5EF4-FFF2-40B4-BE49-F238E27FC236}">
                <a16:creationId xmlns:a16="http://schemas.microsoft.com/office/drawing/2014/main" id="{C0FDB60E-ACCA-4977-A65D-40627102DB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57e6ccb3ac43e9">
            <a:alphaModFix/>
          </a:blip>
          <a:srcRect xmlns:a="http://schemas.openxmlformats.org/drawingml/2006/main" l="0" t="0" r="81454" b="8517"/>
          <a:stretch xmlns:a="http://schemas.openxmlformats.org/drawingml/2006/main"/>
        </p:blipFill>
        <p:spPr>
          <a:xfrm xmlns:a="http://schemas.openxmlformats.org/drawingml/2006/main">
            <a:off x="371475" y="568241"/>
            <a:ext cx="437516" cy="53420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249" name="Google Shape;249;p44">
            <a:extLst xmlns:a="http://schemas.openxmlformats.org/drawingml/2006/main">
              <a:ext uri="{FF2B5EF4-FFF2-40B4-BE49-F238E27FC236}">
                <a16:creationId xmlns:a16="http://schemas.microsoft.com/office/drawing/2014/main" id="{DCBD7743-9699-46FD-AA6F-A7300BB064DB}"/>
              </a:ext>
            </a:extLst>
          </p:cNvPr>
          <p:cNvCxnSpPr/>
          <p:nvPr/>
        </p:nvCxnSpPr>
        <p:spPr>
          <a:xfrm xmlns:a="http://schemas.openxmlformats.org/drawingml/2006/main">
            <a:off x="901858" y="568241"/>
            <a:ext cx="0" cy="527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50" name="Google Shape;250;p44">
            <a:extLst xmlns:a="http://schemas.openxmlformats.org/drawingml/2006/main">
              <a:ext uri="{FF2B5EF4-FFF2-40B4-BE49-F238E27FC236}">
                <a16:creationId xmlns:a16="http://schemas.microsoft.com/office/drawing/2014/main" id="{7FC099B9-57FB-4B79-A9CF-E9CD6D742E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36477" y="866776"/>
            <a:ext cx="7886700" cy="33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Calibri"/>
                <a:ea typeface="Calibri"/>
                <a:cs typeface="Calibri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51" name="Google Shape;251;p44">
            <a:extLst xmlns:a="http://schemas.openxmlformats.org/drawingml/2006/main">
              <a:ext uri="{FF2B5EF4-FFF2-40B4-BE49-F238E27FC236}">
                <a16:creationId xmlns:a16="http://schemas.microsoft.com/office/drawing/2014/main" id="{C37152F3-5566-4CD6-8A90-78E1CE050C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71476" y="1801511"/>
            <a:ext cx="4114200" cy="13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400"/>
              <a:buNone/>
              <a:defRPr sz="1400">
                <a:solidFill>
                  <a:srgbClr val="7F7F7F"/>
                </a:solidFill>
                <a:latin typeface="Georgia"/>
                <a:ea typeface="Georgia"/>
                <a:cs typeface="Georgia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 matchingName="Custom Layout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3" name="Google Shape;253;p45">
            <a:extLst xmlns:a="http://schemas.openxmlformats.org/drawingml/2006/main">
              <a:ext uri="{FF2B5EF4-FFF2-40B4-BE49-F238E27FC236}">
                <a16:creationId xmlns:a16="http://schemas.microsoft.com/office/drawing/2014/main" id="{5D1D8213-67DE-471F-A11D-00F9682BBB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1c1c71772a40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03" cy="515506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4" name="Google Shape;254;p45">
            <a:extLst xmlns:a="http://schemas.openxmlformats.org/drawingml/2006/main">
              <a:ext uri="{FF2B5EF4-FFF2-40B4-BE49-F238E27FC236}">
                <a16:creationId xmlns:a16="http://schemas.microsoft.com/office/drawing/2014/main" id="{6DD670B2-9DF5-4B6C-AAA3-1222C19996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5" name="Google Shape;255;p45">
            <a:extLst xmlns:a="http://schemas.openxmlformats.org/drawingml/2006/main">
              <a:ext uri="{FF2B5EF4-FFF2-40B4-BE49-F238E27FC236}">
                <a16:creationId xmlns:a16="http://schemas.microsoft.com/office/drawing/2014/main" id="{FA1964EA-0C83-45DC-B34E-EA5EA1265A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6" name="Google Shape;256;p45">
            <a:extLst xmlns:a="http://schemas.openxmlformats.org/drawingml/2006/main">
              <a:ext uri="{FF2B5EF4-FFF2-40B4-BE49-F238E27FC236}">
                <a16:creationId xmlns:a16="http://schemas.microsoft.com/office/drawing/2014/main" id="{3BEA7C4A-511F-4019-894B-6EBFD244A2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cxnSp>
        <p:nvCxnSpPr>
          <p:cNvPr id="257" name="Google Shape;257;p45">
            <a:extLst xmlns:a="http://schemas.openxmlformats.org/drawingml/2006/main">
              <a:ext uri="{FF2B5EF4-FFF2-40B4-BE49-F238E27FC236}">
                <a16:creationId xmlns:a16="http://schemas.microsoft.com/office/drawing/2014/main" id="{ED7DF633-77C8-4518-9C08-0BF0124B688E}"/>
              </a:ext>
            </a:extLst>
          </p:cNvPr>
          <p:cNvCxnSpPr/>
          <p:nvPr/>
        </p:nvCxnSpPr>
        <p:spPr>
          <a:xfrm xmlns:a="http://schemas.openxmlformats.org/drawingml/2006/main">
            <a:off x="1846660" y="2357438"/>
            <a:ext cx="5450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4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58" name="Google Shape;258;p45">
            <a:extLst xmlns:a="http://schemas.openxmlformats.org/drawingml/2006/main">
              <a:ext uri="{FF2B5EF4-FFF2-40B4-BE49-F238E27FC236}">
                <a16:creationId xmlns:a16="http://schemas.microsoft.com/office/drawing/2014/main" id="{2156AA64-3423-411C-AB37-92D8A9B6B12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2357470"/>
            <a:ext cx="9144000" cy="58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Georgia"/>
              <a:buNone/>
              <a:defRPr sz="3000" b="0">
                <a:solidFill>
                  <a:schemeClr val="lt1"/>
                </a:solidFill>
                <a:latin typeface="Georgia"/>
                <a:ea typeface="Georgia"/>
                <a:cs typeface="Georgi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9" name="Google Shape;259;p45">
            <a:extLst xmlns:a="http://schemas.openxmlformats.org/drawingml/2006/main">
              <a:ext uri="{FF2B5EF4-FFF2-40B4-BE49-F238E27FC236}">
                <a16:creationId xmlns:a16="http://schemas.microsoft.com/office/drawing/2014/main" id="{341D6BB3-DD67-49E8-B381-F47EA853F7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2893953"/>
            <a:ext cx="9144000" cy="3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pic>
        <p:nvPicPr>
          <p:cNvPr id="260" name="Google Shape;260;p45">
            <a:extLst xmlns:a="http://schemas.openxmlformats.org/drawingml/2006/main">
              <a:ext uri="{FF2B5EF4-FFF2-40B4-BE49-F238E27FC236}">
                <a16:creationId xmlns:a16="http://schemas.microsoft.com/office/drawing/2014/main" id="{C88F0549-E4A5-426E-A2DE-69535B20B8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4c9142787a40b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140280" y="1426618"/>
            <a:ext cx="2863441" cy="64377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1" name="Google Shape;261;p45">
            <a:extLst xmlns:a="http://schemas.openxmlformats.org/drawingml/2006/main">
              <a:ext uri="{FF2B5EF4-FFF2-40B4-BE49-F238E27FC236}">
                <a16:creationId xmlns:a16="http://schemas.microsoft.com/office/drawing/2014/main" id="{86DDC14B-D995-4C34-BA34-A72E9CA8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465" y="3852687"/>
            <a:ext cx="4609200" cy="3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AMRITAPURI | BENGALURU | COIMBATORE | KOCHI | MYSURU | CHENNAI</a:t>
            </a:r>
            <a:br>
              <a:rPr sz="8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rPr>
            </a:br>
            <a:endParaRPr sz="8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42.xml><?xml version="1.0" encoding="utf-8"?>
<p:sldLayout xmlns:p="http://schemas.openxmlformats.org/presentationml/2006/main" matchingName="8_Custom Layout">
  <p:cSld name="8_Custom Layou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3" name="Google Shape;263;p46">
            <a:extLst xmlns:a="http://schemas.openxmlformats.org/drawingml/2006/main">
              <a:ext uri="{FF2B5EF4-FFF2-40B4-BE49-F238E27FC236}">
                <a16:creationId xmlns:a16="http://schemas.microsoft.com/office/drawing/2014/main" id="{2D0055EF-E6A0-4AAD-96B2-2E8D34B255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cfba1aafb84b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713586"/>
            <a:ext cx="9164232" cy="4308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4" name="Google Shape;264;p46">
            <a:extLst xmlns:a="http://schemas.openxmlformats.org/drawingml/2006/main">
              <a:ext uri="{FF2B5EF4-FFF2-40B4-BE49-F238E27FC236}">
                <a16:creationId xmlns:a16="http://schemas.microsoft.com/office/drawing/2014/main" id="{7BD3291F-1910-4917-8D6C-9537E181A1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45c31522fc4c6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03291" y="4791827"/>
            <a:ext cx="1201904" cy="270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5" name="Google Shape;265;p46">
            <a:extLst xmlns:a="http://schemas.openxmlformats.org/drawingml/2006/main">
              <a:ext uri="{FF2B5EF4-FFF2-40B4-BE49-F238E27FC236}">
                <a16:creationId xmlns:a16="http://schemas.microsoft.com/office/drawing/2014/main" id="{3089FFF2-FEFB-4903-9E10-337E98BACF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42876" y="4785798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66" name="Google Shape;266;p46">
            <a:extLst xmlns:a="http://schemas.openxmlformats.org/drawingml/2006/main">
              <a:ext uri="{FF2B5EF4-FFF2-40B4-BE49-F238E27FC236}">
                <a16:creationId xmlns:a16="http://schemas.microsoft.com/office/drawing/2014/main" id="{3E5689B6-9768-4501-A790-372F6FEE8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6477" y="568241"/>
            <a:ext cx="7886700" cy="31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3000"/>
              <a:buFont typeface="Georgia"/>
              <a:buNone/>
              <a:defRPr sz="3000" b="0">
                <a:solidFill>
                  <a:srgbClr val="A4123F"/>
                </a:solidFill>
                <a:latin typeface="Georgia"/>
                <a:ea typeface="Georgia"/>
                <a:cs typeface="Georgi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cxnSp>
        <p:nvCxnSpPr>
          <p:cNvPr id="267" name="Google Shape;267;p46">
            <a:extLst xmlns:a="http://schemas.openxmlformats.org/drawingml/2006/main">
              <a:ext uri="{FF2B5EF4-FFF2-40B4-BE49-F238E27FC236}">
                <a16:creationId xmlns:a16="http://schemas.microsoft.com/office/drawing/2014/main" id="{30D52C2B-DC10-4E89-B2D0-2B3C2796FBE8}"/>
              </a:ext>
            </a:extLst>
          </p:cNvPr>
          <p:cNvCxnSpPr/>
          <p:nvPr/>
        </p:nvCxnSpPr>
        <p:spPr>
          <a:xfrm xmlns:a="http://schemas.openxmlformats.org/drawingml/2006/main">
            <a:off x="371475" y="1200072"/>
            <a:ext cx="8286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A4123F"/>
            </a:solidFill>
            <a:prstDash val="solid"/>
            <a:miter/>
            <a:headEnd type="none" w="sm" len="sm"/>
            <a:tailEnd type="none" w="sm" len="sm"/>
          </a:ln>
        </p:spPr>
      </p:cxnSp>
      <p:pic>
        <p:nvPicPr>
          <p:cNvPr id="268" name="Google Shape;268;p46">
            <a:extLst xmlns:a="http://schemas.openxmlformats.org/drawingml/2006/main">
              <a:ext uri="{FF2B5EF4-FFF2-40B4-BE49-F238E27FC236}">
                <a16:creationId xmlns:a16="http://schemas.microsoft.com/office/drawing/2014/main" id="{6F6FEED4-5702-434A-B491-127CEEB3E5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1e0009d7834be7">
            <a:alphaModFix/>
          </a:blip>
          <a:srcRect xmlns:a="http://schemas.openxmlformats.org/drawingml/2006/main" l="0" t="0" r="81454" b="8517"/>
          <a:stretch xmlns:a="http://schemas.openxmlformats.org/drawingml/2006/main"/>
        </p:blipFill>
        <p:spPr>
          <a:xfrm xmlns:a="http://schemas.openxmlformats.org/drawingml/2006/main">
            <a:off x="371475" y="568241"/>
            <a:ext cx="437516" cy="53420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269" name="Google Shape;269;p46">
            <a:extLst xmlns:a="http://schemas.openxmlformats.org/drawingml/2006/main">
              <a:ext uri="{FF2B5EF4-FFF2-40B4-BE49-F238E27FC236}">
                <a16:creationId xmlns:a16="http://schemas.microsoft.com/office/drawing/2014/main" id="{D5F011FD-8BDE-48BE-93F6-ECD2DCD6BA51}"/>
              </a:ext>
            </a:extLst>
          </p:cNvPr>
          <p:cNvCxnSpPr/>
          <p:nvPr/>
        </p:nvCxnSpPr>
        <p:spPr>
          <a:xfrm xmlns:a="http://schemas.openxmlformats.org/drawingml/2006/main">
            <a:off x="901858" y="568241"/>
            <a:ext cx="0" cy="527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70" name="Google Shape;270;p46">
            <a:extLst xmlns:a="http://schemas.openxmlformats.org/drawingml/2006/main">
              <a:ext uri="{FF2B5EF4-FFF2-40B4-BE49-F238E27FC236}">
                <a16:creationId xmlns:a16="http://schemas.microsoft.com/office/drawing/2014/main" id="{349D95DB-E553-4610-89F4-56AF12ADAE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36477" y="866776"/>
            <a:ext cx="7886700" cy="33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Calibri"/>
                <a:ea typeface="Calibri"/>
                <a:cs typeface="Calibri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71" name="Google Shape;271;p46">
            <a:extLst xmlns:a="http://schemas.openxmlformats.org/drawingml/2006/main">
              <a:ext uri="{FF2B5EF4-FFF2-40B4-BE49-F238E27FC236}">
                <a16:creationId xmlns:a16="http://schemas.microsoft.com/office/drawing/2014/main" id="{55A91DF8-1E65-4564-AB52-5269DA8EA29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901858" y="1679513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272" name="Google Shape;272;p46">
            <a:extLst xmlns:a="http://schemas.openxmlformats.org/drawingml/2006/main">
              <a:ext uri="{FF2B5EF4-FFF2-40B4-BE49-F238E27FC236}">
                <a16:creationId xmlns:a16="http://schemas.microsoft.com/office/drawing/2014/main" id="{927BABE4-C7D8-4775-9228-7DB3184409A4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2517530" y="1680031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273" name="Google Shape;273;p46">
            <a:extLst xmlns:a="http://schemas.openxmlformats.org/drawingml/2006/main">
              <a:ext uri="{FF2B5EF4-FFF2-40B4-BE49-F238E27FC236}">
                <a16:creationId xmlns:a16="http://schemas.microsoft.com/office/drawing/2014/main" id="{89E29E07-5825-462C-8BB3-F3B01B352ABB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133202" y="1665415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274" name="Google Shape;274;p46">
            <a:extLst xmlns:a="http://schemas.openxmlformats.org/drawingml/2006/main">
              <a:ext uri="{FF2B5EF4-FFF2-40B4-BE49-F238E27FC236}">
                <a16:creationId xmlns:a16="http://schemas.microsoft.com/office/drawing/2014/main" id="{A309DA87-9902-4612-BD21-9936B1435D5E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5748874" y="1665933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275" name="Google Shape;275;p46">
            <a:extLst xmlns:a="http://schemas.openxmlformats.org/drawingml/2006/main">
              <a:ext uri="{FF2B5EF4-FFF2-40B4-BE49-F238E27FC236}">
                <a16:creationId xmlns:a16="http://schemas.microsoft.com/office/drawing/2014/main" id="{1C1B52C4-D51A-4047-9C30-35D2241ABB07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7364546" y="1665415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276" name="Google Shape;276;p46">
            <a:extLst xmlns:a="http://schemas.openxmlformats.org/drawingml/2006/main">
              <a:ext uri="{FF2B5EF4-FFF2-40B4-BE49-F238E27FC236}">
                <a16:creationId xmlns:a16="http://schemas.microsoft.com/office/drawing/2014/main" id="{0B08585F-2114-4A99-B04A-A1239BA99996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901858" y="3160766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277" name="Google Shape;277;p46">
            <a:extLst xmlns:a="http://schemas.openxmlformats.org/drawingml/2006/main">
              <a:ext uri="{FF2B5EF4-FFF2-40B4-BE49-F238E27FC236}">
                <a16:creationId xmlns:a16="http://schemas.microsoft.com/office/drawing/2014/main" id="{A61909F5-F9A4-4FFA-A117-476893930825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2517530" y="3161284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278" name="Google Shape;278;p46">
            <a:extLst xmlns:a="http://schemas.openxmlformats.org/drawingml/2006/main">
              <a:ext uri="{FF2B5EF4-FFF2-40B4-BE49-F238E27FC236}">
                <a16:creationId xmlns:a16="http://schemas.microsoft.com/office/drawing/2014/main" id="{6A8D76D7-D5B4-40E9-9C92-5CDA69A2CEE8}"/>
              </a:ext>
            </a:extLst>
          </p:cNvPr>
          <p:cNvSpPr>
            <a:spLocks xmlns:a="http://schemas.openxmlformats.org/drawingml/2006/main" noGrp="1"/>
          </p:cNvSpPr>
          <p:nvPr>
            <p:ph type="pic" idx="9"/>
          </p:nvPr>
        </p:nvSpPr>
        <p:spPr>
          <a:xfrm xmlns:a="http://schemas.openxmlformats.org/drawingml/2006/main">
            <a:off x="4133202" y="3146668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279" name="Google Shape;279;p46">
            <a:extLst xmlns:a="http://schemas.openxmlformats.org/drawingml/2006/main">
              <a:ext uri="{FF2B5EF4-FFF2-40B4-BE49-F238E27FC236}">
                <a16:creationId xmlns:a16="http://schemas.microsoft.com/office/drawing/2014/main" id="{447BFF5B-FDB8-4B99-960C-0AD274C94F43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5748874" y="3147186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  <p:sp>
        <p:nvSpPr>
          <p:cNvPr id="280" name="Google Shape;280;p46">
            <a:extLst xmlns:a="http://schemas.openxmlformats.org/drawingml/2006/main">
              <a:ext uri="{FF2B5EF4-FFF2-40B4-BE49-F238E27FC236}">
                <a16:creationId xmlns:a16="http://schemas.microsoft.com/office/drawing/2014/main" id="{B7955640-443D-4ED5-9785-5FEED7ABF1BB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7364546" y="3146668"/>
            <a:ext cx="877500" cy="87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 cap="flat" cmpd="sng">
            <a:solidFill>
              <a:schemeClr val="accent6"/>
            </a:solidFill>
            <a:prstDash val="solid"/>
            <a:miter/>
            <a:headEnd type="none" w="sm" len="sm"/>
            <a:tailEnd type="none" w="sm" len="sm"/>
          </a:ln>
        </p:spPr>
      </p:sp>
    </p:spTree>
  </p:cSld>
</p:sldLayout>
</file>

<file path=ppt/slideLayouts/slideLayout4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2" name="Google Shape;282;p47">
            <a:extLst xmlns:a="http://schemas.openxmlformats.org/drawingml/2006/main">
              <a:ext uri="{FF2B5EF4-FFF2-40B4-BE49-F238E27FC236}">
                <a16:creationId xmlns:a16="http://schemas.microsoft.com/office/drawing/2014/main" id="{DA992C19-5E2A-4287-808A-D7A56AD1EF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3" name="Google Shape;283;p47">
            <a:extLst xmlns:a="http://schemas.openxmlformats.org/drawingml/2006/main">
              <a:ext uri="{FF2B5EF4-FFF2-40B4-BE49-F238E27FC236}">
                <a16:creationId xmlns:a16="http://schemas.microsoft.com/office/drawing/2014/main" id="{6D2A01E1-C82F-4500-821F-D833345CE6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84" name="Google Shape;284;p47">
            <a:extLst xmlns:a="http://schemas.openxmlformats.org/drawingml/2006/main">
              <a:ext uri="{FF2B5EF4-FFF2-40B4-BE49-F238E27FC236}">
                <a16:creationId xmlns:a16="http://schemas.microsoft.com/office/drawing/2014/main" id="{4001FEE8-D7CB-455F-A964-9542FEE509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5" name="Google Shape;285;p47">
            <a:extLst xmlns:a="http://schemas.openxmlformats.org/drawingml/2006/main">
              <a:ext uri="{FF2B5EF4-FFF2-40B4-BE49-F238E27FC236}">
                <a16:creationId xmlns:a16="http://schemas.microsoft.com/office/drawing/2014/main" id="{532B996E-0A39-4319-A986-4B21AB6CB9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6" name="Google Shape;286;p47">
            <a:extLst xmlns:a="http://schemas.openxmlformats.org/drawingml/2006/main">
              <a:ext uri="{FF2B5EF4-FFF2-40B4-BE49-F238E27FC236}">
                <a16:creationId xmlns:a16="http://schemas.microsoft.com/office/drawing/2014/main" id="{35192770-E936-4F0A-B403-FA6CC07005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Google Shape;288;p48">
            <a:extLst xmlns:a="http://schemas.openxmlformats.org/drawingml/2006/main">
              <a:ext uri="{FF2B5EF4-FFF2-40B4-BE49-F238E27FC236}">
                <a16:creationId xmlns:a16="http://schemas.microsoft.com/office/drawing/2014/main" id="{35471E49-51CF-4D5F-BD74-EB65E54B7D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3"/>
            <a:ext cx="7886700" cy="213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9" name="Google Shape;289;p48">
            <a:extLst xmlns:a="http://schemas.openxmlformats.org/drawingml/2006/main">
              <a:ext uri="{FF2B5EF4-FFF2-40B4-BE49-F238E27FC236}">
                <a16:creationId xmlns:a16="http://schemas.microsoft.com/office/drawing/2014/main" id="{0B84EF02-7260-4A01-9740-31D345E124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90" name="Google Shape;290;p48">
            <a:extLst xmlns:a="http://schemas.openxmlformats.org/drawingml/2006/main">
              <a:ext uri="{FF2B5EF4-FFF2-40B4-BE49-F238E27FC236}">
                <a16:creationId xmlns:a16="http://schemas.microsoft.com/office/drawing/2014/main" id="{05584E3D-530C-4A8D-944A-0CEA283772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91" name="Google Shape;291;p48">
            <a:extLst xmlns:a="http://schemas.openxmlformats.org/drawingml/2006/main">
              <a:ext uri="{FF2B5EF4-FFF2-40B4-BE49-F238E27FC236}">
                <a16:creationId xmlns:a16="http://schemas.microsoft.com/office/drawing/2014/main" id="{804FC9D4-87FD-457E-B86F-4E62047355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92" name="Google Shape;292;p48">
            <a:extLst xmlns:a="http://schemas.openxmlformats.org/drawingml/2006/main">
              <a:ext uri="{FF2B5EF4-FFF2-40B4-BE49-F238E27FC236}">
                <a16:creationId xmlns:a16="http://schemas.microsoft.com/office/drawing/2014/main" id="{D442E098-3FF5-4159-A807-FB5F9C23B3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4" name="Google Shape;294;p49">
            <a:extLst xmlns:a="http://schemas.openxmlformats.org/drawingml/2006/main">
              <a:ext uri="{FF2B5EF4-FFF2-40B4-BE49-F238E27FC236}">
                <a16:creationId xmlns:a16="http://schemas.microsoft.com/office/drawing/2014/main" id="{83E4A963-55F6-4A31-AFF5-1D8617F1DA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95" name="Google Shape;295;p49">
            <a:extLst xmlns:a="http://schemas.openxmlformats.org/drawingml/2006/main">
              <a:ext uri="{FF2B5EF4-FFF2-40B4-BE49-F238E27FC236}">
                <a16:creationId xmlns:a16="http://schemas.microsoft.com/office/drawing/2014/main" id="{B6EBD50A-46BC-44A5-B15A-E292B38B2E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96" name="Google Shape;296;p49">
            <a:extLst xmlns:a="http://schemas.openxmlformats.org/drawingml/2006/main">
              <a:ext uri="{FF2B5EF4-FFF2-40B4-BE49-F238E27FC236}">
                <a16:creationId xmlns:a16="http://schemas.microsoft.com/office/drawing/2014/main" id="{544A8ABF-BB51-4B4D-8F1A-52AF48C3BC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97" name="Google Shape;297;p49">
            <a:extLst xmlns:a="http://schemas.openxmlformats.org/drawingml/2006/main">
              <a:ext uri="{FF2B5EF4-FFF2-40B4-BE49-F238E27FC236}">
                <a16:creationId xmlns:a16="http://schemas.microsoft.com/office/drawing/2014/main" id="{3EE6A0E7-29B9-448D-A476-A2AF76FAA2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98" name="Google Shape;298;p49">
            <a:extLst xmlns:a="http://schemas.openxmlformats.org/drawingml/2006/main">
              <a:ext uri="{FF2B5EF4-FFF2-40B4-BE49-F238E27FC236}">
                <a16:creationId xmlns:a16="http://schemas.microsoft.com/office/drawing/2014/main" id="{1D7BCAA3-454E-4A17-8F92-3881E14FA5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99" name="Google Shape;299;p49">
            <a:extLst xmlns:a="http://schemas.openxmlformats.org/drawingml/2006/main">
              <a:ext uri="{FF2B5EF4-FFF2-40B4-BE49-F238E27FC236}">
                <a16:creationId xmlns:a16="http://schemas.microsoft.com/office/drawing/2014/main" id="{3BD4C6F5-F07F-4EA8-899D-59FF9412E0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1" name="Google Shape;301;p50">
            <a:extLst xmlns:a="http://schemas.openxmlformats.org/drawingml/2006/main">
              <a:ext uri="{FF2B5EF4-FFF2-40B4-BE49-F238E27FC236}">
                <a16:creationId xmlns:a16="http://schemas.microsoft.com/office/drawing/2014/main" id="{053FD17C-0990-448B-99CF-8642D2AAF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02" name="Google Shape;302;p50">
            <a:extLst xmlns:a="http://schemas.openxmlformats.org/drawingml/2006/main">
              <a:ext uri="{FF2B5EF4-FFF2-40B4-BE49-F238E27FC236}">
                <a16:creationId xmlns:a16="http://schemas.microsoft.com/office/drawing/2014/main" id="{B1535082-787A-4687-B93F-ABFCD1DFC1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500" cy="6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03" name="Google Shape;303;p50">
            <a:extLst xmlns:a="http://schemas.openxmlformats.org/drawingml/2006/main">
              <a:ext uri="{FF2B5EF4-FFF2-40B4-BE49-F238E27FC236}">
                <a16:creationId xmlns:a16="http://schemas.microsoft.com/office/drawing/2014/main" id="{833589EF-E1F7-4EA2-AECE-18883488FE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500" cy="27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04" name="Google Shape;304;p50">
            <a:extLst xmlns:a="http://schemas.openxmlformats.org/drawingml/2006/main">
              <a:ext uri="{FF2B5EF4-FFF2-40B4-BE49-F238E27FC236}">
                <a16:creationId xmlns:a16="http://schemas.microsoft.com/office/drawing/2014/main" id="{53FD638A-36EF-41D9-877F-9C7015F50E2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400" cy="6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05" name="Google Shape;305;p50">
            <a:extLst xmlns:a="http://schemas.openxmlformats.org/drawingml/2006/main">
              <a:ext uri="{FF2B5EF4-FFF2-40B4-BE49-F238E27FC236}">
                <a16:creationId xmlns:a16="http://schemas.microsoft.com/office/drawing/2014/main" id="{C0336F9E-9A31-4774-B06E-8BEEABD1157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400" cy="27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06" name="Google Shape;306;p50">
            <a:extLst xmlns:a="http://schemas.openxmlformats.org/drawingml/2006/main">
              <a:ext uri="{FF2B5EF4-FFF2-40B4-BE49-F238E27FC236}">
                <a16:creationId xmlns:a16="http://schemas.microsoft.com/office/drawing/2014/main" id="{27B01BA7-290A-4144-AAF7-1BAAFD1240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07" name="Google Shape;307;p50">
            <a:extLst xmlns:a="http://schemas.openxmlformats.org/drawingml/2006/main">
              <a:ext uri="{FF2B5EF4-FFF2-40B4-BE49-F238E27FC236}">
                <a16:creationId xmlns:a16="http://schemas.microsoft.com/office/drawing/2014/main" id="{11C1D5C2-1080-4195-BD82-C0A73E676F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08" name="Google Shape;308;p50">
            <a:extLst xmlns:a="http://schemas.openxmlformats.org/drawingml/2006/main">
              <a:ext uri="{FF2B5EF4-FFF2-40B4-BE49-F238E27FC236}">
                <a16:creationId xmlns:a16="http://schemas.microsoft.com/office/drawing/2014/main" id="{54AE76BE-01D1-4042-A768-6191E3DF36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0" name="Google Shape;310;p51">
            <a:extLst xmlns:a="http://schemas.openxmlformats.org/drawingml/2006/main">
              <a:ext uri="{FF2B5EF4-FFF2-40B4-BE49-F238E27FC236}">
                <a16:creationId xmlns:a16="http://schemas.microsoft.com/office/drawing/2014/main" id="{95CFAAB3-7311-4A73-8B74-6A0C7E16F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1" name="Google Shape;311;p51">
            <a:extLst xmlns:a="http://schemas.openxmlformats.org/drawingml/2006/main">
              <a:ext uri="{FF2B5EF4-FFF2-40B4-BE49-F238E27FC236}">
                <a16:creationId xmlns:a16="http://schemas.microsoft.com/office/drawing/2014/main" id="{ED7496DF-C58F-4870-B9E3-DFF8112971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2" name="Google Shape;312;p51">
            <a:extLst xmlns:a="http://schemas.openxmlformats.org/drawingml/2006/main">
              <a:ext uri="{FF2B5EF4-FFF2-40B4-BE49-F238E27FC236}">
                <a16:creationId xmlns:a16="http://schemas.microsoft.com/office/drawing/2014/main" id="{726942DF-1D89-428D-AEB9-7613245BD8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3" name="Google Shape;313;p51">
            <a:extLst xmlns:a="http://schemas.openxmlformats.org/drawingml/2006/main">
              <a:ext uri="{FF2B5EF4-FFF2-40B4-BE49-F238E27FC236}">
                <a16:creationId xmlns:a16="http://schemas.microsoft.com/office/drawing/2014/main" id="{C0476CB9-60C8-46EE-A7B5-2EFEABBEA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8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5" name="Google Shape;315;p52">
            <a:extLst xmlns:a="http://schemas.openxmlformats.org/drawingml/2006/main">
              <a:ext uri="{FF2B5EF4-FFF2-40B4-BE49-F238E27FC236}">
                <a16:creationId xmlns:a16="http://schemas.microsoft.com/office/drawing/2014/main" id="{9289285B-E432-49B6-A759-335D929083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6" name="Google Shape;316;p52">
            <a:extLst xmlns:a="http://schemas.openxmlformats.org/drawingml/2006/main">
              <a:ext uri="{FF2B5EF4-FFF2-40B4-BE49-F238E27FC236}">
                <a16:creationId xmlns:a16="http://schemas.microsoft.com/office/drawing/2014/main" id="{E657BF6D-D270-4313-8B86-1BEEC2F876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7" name="Google Shape;317;p52">
            <a:extLst xmlns:a="http://schemas.openxmlformats.org/drawingml/2006/main">
              <a:ext uri="{FF2B5EF4-FFF2-40B4-BE49-F238E27FC236}">
                <a16:creationId xmlns:a16="http://schemas.microsoft.com/office/drawing/2014/main" id="{8B8DA716-1CBF-45E7-9361-D809228BB8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9" name="Google Shape;319;p53">
            <a:extLst xmlns:a="http://schemas.openxmlformats.org/drawingml/2006/main">
              <a:ext uri="{FF2B5EF4-FFF2-40B4-BE49-F238E27FC236}">
                <a16:creationId xmlns:a16="http://schemas.microsoft.com/office/drawing/2014/main" id="{3708BDCB-73FF-4134-858A-83246A46C6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000" cy="12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20" name="Google Shape;320;p53">
            <a:extLst xmlns:a="http://schemas.openxmlformats.org/drawingml/2006/main">
              <a:ext uri="{FF2B5EF4-FFF2-40B4-BE49-F238E27FC236}">
                <a16:creationId xmlns:a16="http://schemas.microsoft.com/office/drawing/2014/main" id="{B0EB87F9-966C-4DB3-9827-9725041C69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300" cy="36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321" name="Google Shape;321;p53">
            <a:extLst xmlns:a="http://schemas.openxmlformats.org/drawingml/2006/main">
              <a:ext uri="{FF2B5EF4-FFF2-40B4-BE49-F238E27FC236}">
                <a16:creationId xmlns:a16="http://schemas.microsoft.com/office/drawing/2014/main" id="{172CF515-F922-4A27-948A-4DF418E8D8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000" cy="285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322" name="Google Shape;322;p53">
            <a:extLst xmlns:a="http://schemas.openxmlformats.org/drawingml/2006/main">
              <a:ext uri="{FF2B5EF4-FFF2-40B4-BE49-F238E27FC236}">
                <a16:creationId xmlns:a16="http://schemas.microsoft.com/office/drawing/2014/main" id="{F512F4A4-F0F1-4DDA-9F68-D16705B8E1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23" name="Google Shape;323;p53">
            <a:extLst xmlns:a="http://schemas.openxmlformats.org/drawingml/2006/main">
              <a:ext uri="{FF2B5EF4-FFF2-40B4-BE49-F238E27FC236}">
                <a16:creationId xmlns:a16="http://schemas.microsoft.com/office/drawing/2014/main" id="{039BA61F-0C29-4096-A470-9047C556F4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24" name="Google Shape;324;p53">
            <a:extLst xmlns:a="http://schemas.openxmlformats.org/drawingml/2006/main">
              <a:ext uri="{FF2B5EF4-FFF2-40B4-BE49-F238E27FC236}">
                <a16:creationId xmlns:a16="http://schemas.microsoft.com/office/drawing/2014/main" id="{3A07A328-DBFB-4CFC-B379-3F36D01F66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Google Shape;326;p54">
            <a:extLst xmlns:a="http://schemas.openxmlformats.org/drawingml/2006/main">
              <a:ext uri="{FF2B5EF4-FFF2-40B4-BE49-F238E27FC236}">
                <a16:creationId xmlns:a16="http://schemas.microsoft.com/office/drawing/2014/main" id="{8B384022-AD5E-41CF-964F-037C265357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000" cy="12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27" name="Google Shape;327;p54">
            <a:extLst xmlns:a="http://schemas.openxmlformats.org/drawingml/2006/main">
              <a:ext uri="{FF2B5EF4-FFF2-40B4-BE49-F238E27FC236}">
                <a16:creationId xmlns:a16="http://schemas.microsoft.com/office/drawing/2014/main" id="{B2958206-0F00-4E7A-875B-65FAFE54226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300" cy="36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28" name="Google Shape;328;p54">
            <a:extLst xmlns:a="http://schemas.openxmlformats.org/drawingml/2006/main">
              <a:ext uri="{FF2B5EF4-FFF2-40B4-BE49-F238E27FC236}">
                <a16:creationId xmlns:a16="http://schemas.microsoft.com/office/drawing/2014/main" id="{C58C68BB-2844-4802-898A-A5BAEC4078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000" cy="285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329" name="Google Shape;329;p54">
            <a:extLst xmlns:a="http://schemas.openxmlformats.org/drawingml/2006/main">
              <a:ext uri="{FF2B5EF4-FFF2-40B4-BE49-F238E27FC236}">
                <a16:creationId xmlns:a16="http://schemas.microsoft.com/office/drawing/2014/main" id="{50226DD3-1939-4AF7-AC22-4005A710B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30" name="Google Shape;330;p54">
            <a:extLst xmlns:a="http://schemas.openxmlformats.org/drawingml/2006/main">
              <a:ext uri="{FF2B5EF4-FFF2-40B4-BE49-F238E27FC236}">
                <a16:creationId xmlns:a16="http://schemas.microsoft.com/office/drawing/2014/main" id="{253E062F-AEF5-4CE3-9F5A-D63D4E33AB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31" name="Google Shape;331;p54">
            <a:extLst xmlns:a="http://schemas.openxmlformats.org/drawingml/2006/main">
              <a:ext uri="{FF2B5EF4-FFF2-40B4-BE49-F238E27FC236}">
                <a16:creationId xmlns:a16="http://schemas.microsoft.com/office/drawing/2014/main" id="{0B1099CB-1122-4F45-817B-5DE35E48C9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Google Shape;333;p55">
            <a:extLst xmlns:a="http://schemas.openxmlformats.org/drawingml/2006/main">
              <a:ext uri="{FF2B5EF4-FFF2-40B4-BE49-F238E27FC236}">
                <a16:creationId xmlns:a16="http://schemas.microsoft.com/office/drawing/2014/main" id="{EE9024DD-2CB4-4EA2-934A-B119D9040E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34" name="Google Shape;334;p55">
            <a:extLst xmlns:a="http://schemas.openxmlformats.org/drawingml/2006/main">
              <a:ext uri="{FF2B5EF4-FFF2-40B4-BE49-F238E27FC236}">
                <a16:creationId xmlns:a16="http://schemas.microsoft.com/office/drawing/2014/main" id="{DE01BDC0-A056-4CA0-8C42-99FD7CD9FB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300" y="-942431"/>
            <a:ext cx="3263400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5" name="Google Shape;335;p55">
            <a:extLst xmlns:a="http://schemas.openxmlformats.org/drawingml/2006/main">
              <a:ext uri="{FF2B5EF4-FFF2-40B4-BE49-F238E27FC236}">
                <a16:creationId xmlns:a16="http://schemas.microsoft.com/office/drawing/2014/main" id="{AD0E9122-1EF1-4B0E-B71B-0A25B1C658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36" name="Google Shape;336;p55">
            <a:extLst xmlns:a="http://schemas.openxmlformats.org/drawingml/2006/main">
              <a:ext uri="{FF2B5EF4-FFF2-40B4-BE49-F238E27FC236}">
                <a16:creationId xmlns:a16="http://schemas.microsoft.com/office/drawing/2014/main" id="{E781C861-F9F5-494C-B56A-5F032FE979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37" name="Google Shape;337;p55">
            <a:extLst xmlns:a="http://schemas.openxmlformats.org/drawingml/2006/main">
              <a:ext uri="{FF2B5EF4-FFF2-40B4-BE49-F238E27FC236}">
                <a16:creationId xmlns:a16="http://schemas.microsoft.com/office/drawing/2014/main" id="{BDF2C15E-9BEF-450F-B12D-B0762CB192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9" name="Google Shape;339;p56">
            <a:extLst xmlns:a="http://schemas.openxmlformats.org/drawingml/2006/main">
              <a:ext uri="{FF2B5EF4-FFF2-40B4-BE49-F238E27FC236}">
                <a16:creationId xmlns:a16="http://schemas.microsoft.com/office/drawing/2014/main" id="{59BA4A04-9107-4A45-9B64-432807FBE6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50" y="1467544"/>
            <a:ext cx="4359000" cy="19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0" name="Google Shape;340;p56">
            <a:extLst xmlns:a="http://schemas.openxmlformats.org/drawingml/2006/main">
              <a:ext uri="{FF2B5EF4-FFF2-40B4-BE49-F238E27FC236}">
                <a16:creationId xmlns:a16="http://schemas.microsoft.com/office/drawing/2014/main" id="{42B52C63-9061-45FE-A3AA-FD43B97724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475" y="-447056"/>
            <a:ext cx="4359000" cy="58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41" name="Google Shape;341;p56">
            <a:extLst xmlns:a="http://schemas.openxmlformats.org/drawingml/2006/main">
              <a:ext uri="{FF2B5EF4-FFF2-40B4-BE49-F238E27FC236}">
                <a16:creationId xmlns:a16="http://schemas.microsoft.com/office/drawing/2014/main" id="{C946968E-C6CD-4A21-83FC-79CEF50532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2" name="Google Shape;342;p56">
            <a:extLst xmlns:a="http://schemas.openxmlformats.org/drawingml/2006/main">
              <a:ext uri="{FF2B5EF4-FFF2-40B4-BE49-F238E27FC236}">
                <a16:creationId xmlns:a16="http://schemas.microsoft.com/office/drawing/2014/main" id="{D7938C12-35C3-4CD2-AEAF-5A7E9415A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3" name="Google Shape;343;p56">
            <a:extLst xmlns:a="http://schemas.openxmlformats.org/drawingml/2006/main">
              <a:ext uri="{FF2B5EF4-FFF2-40B4-BE49-F238E27FC236}">
                <a16:creationId xmlns:a16="http://schemas.microsoft.com/office/drawing/2014/main" id="{817B2633-267C-4047-A5F3-CA38158222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3.xml><?xml version="1.0" encoding="utf-8"?>
<p:sldLayout xmlns:p="http://schemas.openxmlformats.org/presentationml/2006/main" matchingName="Title slide" type="title">
  <p:cSld name="TITLE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Google Shape;345;p57">
            <a:extLst xmlns:a="http://schemas.openxmlformats.org/drawingml/2006/main">
              <a:ext uri="{FF2B5EF4-FFF2-40B4-BE49-F238E27FC236}">
                <a16:creationId xmlns:a16="http://schemas.microsoft.com/office/drawing/2014/main" id="{C74BE562-BA2F-481B-AAA7-3D7908AE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8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7" name="Google Shape;347;p57">
            <a:extLst xmlns:a="http://schemas.openxmlformats.org/drawingml/2006/main">
              <a:ext uri="{FF2B5EF4-FFF2-40B4-BE49-F238E27FC236}">
                <a16:creationId xmlns:a16="http://schemas.microsoft.com/office/drawing/2014/main" id="{A2D7C0C9-DBC3-418B-AE6A-0A89B8C6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380897" y="730301"/>
            <a:ext cx="17655" cy="9678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8" name="Google Shape;348;p57">
            <a:extLst xmlns:a="http://schemas.openxmlformats.org/drawingml/2006/main">
              <a:ext uri="{FF2B5EF4-FFF2-40B4-BE49-F238E27FC236}">
                <a16:creationId xmlns:a16="http://schemas.microsoft.com/office/drawing/2014/main" id="{3F768583-23CB-4B74-B77D-42A4FBC3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09570" y="726209"/>
            <a:ext cx="17655" cy="9759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9" name="Google Shape;349;p57">
            <a:extLst xmlns:a="http://schemas.openxmlformats.org/drawingml/2006/main">
              <a:ext uri="{FF2B5EF4-FFF2-40B4-BE49-F238E27FC236}">
                <a16:creationId xmlns:a16="http://schemas.microsoft.com/office/drawing/2014/main" id="{9C050F3D-8EF8-46D8-A3D4-037A27E0A7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29450" y="1322450"/>
            <a:ext cx="7688100" cy="166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50" name="Google Shape;350;p57">
            <a:extLst xmlns:a="http://schemas.openxmlformats.org/drawingml/2006/main">
              <a:ext uri="{FF2B5EF4-FFF2-40B4-BE49-F238E27FC236}">
                <a16:creationId xmlns:a16="http://schemas.microsoft.com/office/drawing/2014/main" id="{D64CE9D9-4467-480A-A7F6-C1B1A7F201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9628" y="3172900"/>
            <a:ext cx="7688100" cy="54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1pPr>
            <a:lvl2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2pPr>
            <a:lvl3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3pPr>
            <a:lvl4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6pPr>
            <a:lvl7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7pPr>
            <a:lvl8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8pPr>
            <a:lvl9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51" name="Google Shape;351;p57">
            <a:extLst xmlns:a="http://schemas.openxmlformats.org/drawingml/2006/main">
              <a:ext uri="{FF2B5EF4-FFF2-40B4-BE49-F238E27FC236}">
                <a16:creationId xmlns:a16="http://schemas.microsoft.com/office/drawing/2014/main" id="{7114563B-3A17-45A0-8EE1-D0260BA264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36302" y="4749851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4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3" name="Google Shape;353;p58">
            <a:extLst xmlns:a="http://schemas.openxmlformats.org/drawingml/2006/main">
              <a:ext uri="{FF2B5EF4-FFF2-40B4-BE49-F238E27FC236}">
                <a16:creationId xmlns:a16="http://schemas.microsoft.com/office/drawing/2014/main" id="{70A18137-FC20-4E00-AD89-0ACCD867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8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5" name="Google Shape;355;p58">
            <a:extLst xmlns:a="http://schemas.openxmlformats.org/drawingml/2006/main">
              <a:ext uri="{FF2B5EF4-FFF2-40B4-BE49-F238E27FC236}">
                <a16:creationId xmlns:a16="http://schemas.microsoft.com/office/drawing/2014/main" id="{6F57DF69-8D7C-4894-A037-77F167BA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380897" y="730301"/>
            <a:ext cx="17655" cy="9678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6" name="Google Shape;356;p58">
            <a:extLst xmlns:a="http://schemas.openxmlformats.org/drawingml/2006/main">
              <a:ext uri="{FF2B5EF4-FFF2-40B4-BE49-F238E27FC236}">
                <a16:creationId xmlns:a16="http://schemas.microsoft.com/office/drawing/2014/main" id="{EB6619DE-3CCB-4A49-B200-C77623B0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009570" y="726209"/>
            <a:ext cx="17655" cy="9759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7" name="Google Shape;357;p58">
            <a:extLst xmlns:a="http://schemas.openxmlformats.org/drawingml/2006/main">
              <a:ext uri="{FF2B5EF4-FFF2-40B4-BE49-F238E27FC236}">
                <a16:creationId xmlns:a16="http://schemas.microsoft.com/office/drawing/2014/main" id="{E333C26A-EAB1-4908-88AF-6E8FC7ECE6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9450" y="1318650"/>
            <a:ext cx="7688700" cy="5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358" name="Google Shape;358;p58">
            <a:extLst xmlns:a="http://schemas.openxmlformats.org/drawingml/2006/main">
              <a:ext uri="{FF2B5EF4-FFF2-40B4-BE49-F238E27FC236}">
                <a16:creationId xmlns:a16="http://schemas.microsoft.com/office/drawing/2014/main" id="{F339156E-A8D0-403F-936C-482F08D215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9450" y="2078875"/>
            <a:ext cx="7688700" cy="226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59" name="Google Shape;359;p58">
            <a:extLst xmlns:a="http://schemas.openxmlformats.org/drawingml/2006/main">
              <a:ext uri="{FF2B5EF4-FFF2-40B4-BE49-F238E27FC236}">
                <a16:creationId xmlns:a16="http://schemas.microsoft.com/office/drawing/2014/main" id="{58369670-72D4-405E-8153-D7ACAFB20E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36302" y="4749851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7ced7b5fdc490d" /><Relationship Type="http://schemas.openxmlformats.org/officeDocument/2006/relationships/slideLayout" Target="/ppt/slideLayouts/slideLayout1.xml" Id="R3ba557d064ab4954" /><Relationship Type="http://schemas.openxmlformats.org/officeDocument/2006/relationships/slideLayout" Target="/ppt/slideLayouts/slideLayout2.xml" Id="R5db7b7bbea4d4904" /><Relationship Type="http://schemas.openxmlformats.org/officeDocument/2006/relationships/slideLayout" Target="/ppt/slideLayouts/slideLayout3.xml" Id="R2463661f20bb4728" /><Relationship Type="http://schemas.openxmlformats.org/officeDocument/2006/relationships/slideLayout" Target="/ppt/slideLayouts/slideLayout4.xml" Id="R0b432a53189e4d26" /><Relationship Type="http://schemas.openxmlformats.org/officeDocument/2006/relationships/slideLayout" Target="/ppt/slideLayouts/slideLayout5.xml" Id="R0ccfed1981764e22" /><Relationship Type="http://schemas.openxmlformats.org/officeDocument/2006/relationships/slideLayout" Target="/ppt/slideLayouts/slideLayout6.xml" Id="R7aa77600d86d4562" /><Relationship Type="http://schemas.openxmlformats.org/officeDocument/2006/relationships/slideLayout" Target="/ppt/slideLayouts/slideLayout7.xml" Id="R0ce41e98b031445f" /><Relationship Type="http://schemas.openxmlformats.org/officeDocument/2006/relationships/slideLayout" Target="/ppt/slideLayouts/slideLayout8.xml" Id="R1b77afbd2bf14a31" /><Relationship Type="http://schemas.openxmlformats.org/officeDocument/2006/relationships/slideLayout" Target="/ppt/slideLayouts/slideLayout9.xml" Id="Rb648cbc1fdf44d61" /><Relationship Type="http://schemas.openxmlformats.org/officeDocument/2006/relationships/slideLayout" Target="/ppt/slideLayouts/slideLayout10.xml" Id="R3ba8bb1e233b4818" /><Relationship Type="http://schemas.openxmlformats.org/officeDocument/2006/relationships/slideLayout" Target="/ppt/slideLayouts/slideLayout11.xml" Id="R5f9606b36fda4c3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8361ca2d5bd4573" /><Relationship Type="http://schemas.openxmlformats.org/officeDocument/2006/relationships/slideLayout" Target="/ppt/slideLayouts/slideLayout12.xml" Id="R11fc1da446744238" /><Relationship Type="http://schemas.openxmlformats.org/officeDocument/2006/relationships/slideLayout" Target="/ppt/slideLayouts/slideLayout13.xml" Id="Rbe06509112764da3" /><Relationship Type="http://schemas.openxmlformats.org/officeDocument/2006/relationships/slideLayout" Target="/ppt/slideLayouts/slideLayout14.xml" Id="R48750c07a8554170" /><Relationship Type="http://schemas.openxmlformats.org/officeDocument/2006/relationships/slideLayout" Target="/ppt/slideLayouts/slideLayout15.xml" Id="R407f7ba257dd42a3" /><Relationship Type="http://schemas.openxmlformats.org/officeDocument/2006/relationships/slideLayout" Target="/ppt/slideLayouts/slideLayout16.xml" Id="Rbc2c19ee47c4499b" /><Relationship Type="http://schemas.openxmlformats.org/officeDocument/2006/relationships/slideLayout" Target="/ppt/slideLayouts/slideLayout17.xml" Id="Rceaba644f2364a60" /><Relationship Type="http://schemas.openxmlformats.org/officeDocument/2006/relationships/slideLayout" Target="/ppt/slideLayouts/slideLayout18.xml" Id="R58d99ccbb40e4234" /><Relationship Type="http://schemas.openxmlformats.org/officeDocument/2006/relationships/slideLayout" Target="/ppt/slideLayouts/slideLayout19.xml" Id="Rd480908875344cd2" /><Relationship Type="http://schemas.openxmlformats.org/officeDocument/2006/relationships/slideLayout" Target="/ppt/slideLayouts/slideLayout20.xml" Id="R4223a55289a94b04" /><Relationship Type="http://schemas.openxmlformats.org/officeDocument/2006/relationships/slideLayout" Target="/ppt/slideLayouts/slideLayout21.xml" Id="R7a8820514a8f43b2" /><Relationship Type="http://schemas.openxmlformats.org/officeDocument/2006/relationships/slideLayout" Target="/ppt/slideLayouts/slideLayout22.xml" Id="R2d296811d6224f06" /><Relationship Type="http://schemas.openxmlformats.org/officeDocument/2006/relationships/slideLayout" Target="/ppt/slideLayouts/slideLayout23.xml" Id="R7f16fddef42a4f31" /><Relationship Type="http://schemas.openxmlformats.org/officeDocument/2006/relationships/slideLayout" Target="/ppt/slideLayouts/slideLayout24.xml" Id="Rb8851128fcd240e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6ba34b40e6144dd" /><Relationship Type="http://schemas.openxmlformats.org/officeDocument/2006/relationships/slideLayout" Target="/ppt/slideLayouts/slideLayout25.xml" Id="R6c6e2d7718a44287" /><Relationship Type="http://schemas.openxmlformats.org/officeDocument/2006/relationships/slideLayout" Target="/ppt/slideLayouts/slideLayout26.xml" Id="Re8da99b5ac3e44f3" /><Relationship Type="http://schemas.openxmlformats.org/officeDocument/2006/relationships/slideLayout" Target="/ppt/slideLayouts/slideLayout27.xml" Id="Rbb353573a9a74676" /><Relationship Type="http://schemas.openxmlformats.org/officeDocument/2006/relationships/slideLayout" Target="/ppt/slideLayouts/slideLayout28.xml" Id="Rd2489780a14b4381" /><Relationship Type="http://schemas.openxmlformats.org/officeDocument/2006/relationships/slideLayout" Target="/ppt/slideLayouts/slideLayout29.xml" Id="Rc04de6a9f8094823" /><Relationship Type="http://schemas.openxmlformats.org/officeDocument/2006/relationships/slideLayout" Target="/ppt/slideLayouts/slideLayout30.xml" Id="R41991587263f4dcc" /><Relationship Type="http://schemas.openxmlformats.org/officeDocument/2006/relationships/slideLayout" Target="/ppt/slideLayouts/slideLayout31.xml" Id="R8c88777cb0114237" /><Relationship Type="http://schemas.openxmlformats.org/officeDocument/2006/relationships/slideLayout" Target="/ppt/slideLayouts/slideLayout32.xml" Id="R04cb5ec16f984d94" /><Relationship Type="http://schemas.openxmlformats.org/officeDocument/2006/relationships/slideLayout" Target="/ppt/slideLayouts/slideLayout33.xml" Id="R3872c934c11b47f9" /><Relationship Type="http://schemas.openxmlformats.org/officeDocument/2006/relationships/slideLayout" Target="/ppt/slideLayouts/slideLayout34.xml" Id="R28c6779c082544e7" /><Relationship Type="http://schemas.openxmlformats.org/officeDocument/2006/relationships/slideLayout" Target="/ppt/slideLayouts/slideLayout35.xml" Id="Re13e2520b9734da9" /><Relationship Type="http://schemas.openxmlformats.org/officeDocument/2006/relationships/slideLayout" Target="/ppt/slideLayouts/slideLayout36.xml" Id="Rd8bf115fa61d4c47" /><Relationship Type="http://schemas.openxmlformats.org/officeDocument/2006/relationships/slideLayout" Target="/ppt/slideLayouts/slideLayout37.xml" Id="R68deed6d036f409c" /><Relationship Type="http://schemas.openxmlformats.org/officeDocument/2006/relationships/slideLayout" Target="/ppt/slideLayouts/slideLayout38.xml" Id="Rf7cd30a042d04491" /><Relationship Type="http://schemas.openxmlformats.org/officeDocument/2006/relationships/slideLayout" Target="/ppt/slideLayouts/slideLayout39.xml" Id="R46606b80f987467e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d87b5cd3b7744970" /><Relationship Type="http://schemas.openxmlformats.org/officeDocument/2006/relationships/slideLayout" Target="/ppt/slideLayouts/slideLayout40.xml" Id="R7f17e32a01b142b3" /><Relationship Type="http://schemas.openxmlformats.org/officeDocument/2006/relationships/slideLayout" Target="/ppt/slideLayouts/slideLayout41.xml" Id="R202dd06bfe8c4713" /><Relationship Type="http://schemas.openxmlformats.org/officeDocument/2006/relationships/slideLayout" Target="/ppt/slideLayouts/slideLayout42.xml" Id="R3f4410a7ed7a4278" /><Relationship Type="http://schemas.openxmlformats.org/officeDocument/2006/relationships/slideLayout" Target="/ppt/slideLayouts/slideLayout43.xml" Id="R03ab40dff0e14b9f" /><Relationship Type="http://schemas.openxmlformats.org/officeDocument/2006/relationships/slideLayout" Target="/ppt/slideLayouts/slideLayout44.xml" Id="Rd8464734a32c4044" /><Relationship Type="http://schemas.openxmlformats.org/officeDocument/2006/relationships/slideLayout" Target="/ppt/slideLayouts/slideLayout45.xml" Id="Rf613df07d2894e7d" /><Relationship Type="http://schemas.openxmlformats.org/officeDocument/2006/relationships/slideLayout" Target="/ppt/slideLayouts/slideLayout46.xml" Id="Rb7f3f46b316e490a" /><Relationship Type="http://schemas.openxmlformats.org/officeDocument/2006/relationships/slideLayout" Target="/ppt/slideLayouts/slideLayout47.xml" Id="Rda5470cd45d44666" /><Relationship Type="http://schemas.openxmlformats.org/officeDocument/2006/relationships/slideLayout" Target="/ppt/slideLayouts/slideLayout48.xml" Id="R27f13435f30246f0" /><Relationship Type="http://schemas.openxmlformats.org/officeDocument/2006/relationships/slideLayout" Target="/ppt/slideLayouts/slideLayout49.xml" Id="R1c6270b7382b4278" /><Relationship Type="http://schemas.openxmlformats.org/officeDocument/2006/relationships/slideLayout" Target="/ppt/slideLayouts/slideLayout50.xml" Id="Rbf44aa7c38c24c9a" /><Relationship Type="http://schemas.openxmlformats.org/officeDocument/2006/relationships/slideLayout" Target="/ppt/slideLayouts/slideLayout51.xml" Id="R015985c0cf9947d8" /><Relationship Type="http://schemas.openxmlformats.org/officeDocument/2006/relationships/slideLayout" Target="/ppt/slideLayouts/slideLayout52.xml" Id="R505f5d05c4844f6b" /><Relationship Type="http://schemas.openxmlformats.org/officeDocument/2006/relationships/slideLayout" Target="/ppt/slideLayouts/slideLayout53.xml" Id="Rc295b61fac1440f5" /><Relationship Type="http://schemas.openxmlformats.org/officeDocument/2006/relationships/slideLayout" Target="/ppt/slideLayouts/slideLayout54.xml" Id="R256bfa68407d42c7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FBAAE596-BEEC-44FC-B576-7DE43523B9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122F2458-2E99-43C0-886B-BB766BC783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1B0705E8-DBBD-48BA-86E7-9D4F3DC029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a557d064ab4954"/>
    <p:sldLayoutId xmlns:r="http://schemas.openxmlformats.org/officeDocument/2006/relationships" id="2147483650" r:id="R5db7b7bbea4d4904"/>
    <p:sldLayoutId xmlns:r="http://schemas.openxmlformats.org/officeDocument/2006/relationships" id="2147483651" r:id="R2463661f20bb4728"/>
    <p:sldLayoutId xmlns:r="http://schemas.openxmlformats.org/officeDocument/2006/relationships" id="2147483652" r:id="R0b432a53189e4d26"/>
    <p:sldLayoutId xmlns:r="http://schemas.openxmlformats.org/officeDocument/2006/relationships" id="2147483653" r:id="R0ccfed1981764e22"/>
    <p:sldLayoutId xmlns:r="http://schemas.openxmlformats.org/officeDocument/2006/relationships" id="2147483654" r:id="R7aa77600d86d4562"/>
    <p:sldLayoutId xmlns:r="http://schemas.openxmlformats.org/officeDocument/2006/relationships" id="2147483655" r:id="R0ce41e98b031445f"/>
    <p:sldLayoutId xmlns:r="http://schemas.openxmlformats.org/officeDocument/2006/relationships" id="2147483656" r:id="R1b77afbd2bf14a31"/>
    <p:sldLayoutId xmlns:r="http://schemas.openxmlformats.org/officeDocument/2006/relationships" id="2147483657" r:id="Rb648cbc1fdf44d61"/>
    <p:sldLayoutId xmlns:r="http://schemas.openxmlformats.org/officeDocument/2006/relationships" id="2147483658" r:id="R3ba8bb1e233b4818"/>
    <p:sldLayoutId xmlns:r="http://schemas.openxmlformats.org/officeDocument/2006/relationships" id="2147483659" r:id="R5f9606b36fda4c3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B58AC682-06C6-453F-8354-D9D97B4E9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D2927EA2-A396-43E0-8C31-221DDAA2E3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E2D7FF26-381F-45D2-8127-86E563C7E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1fc1da446744238"/>
    <p:sldLayoutId xmlns:r="http://schemas.openxmlformats.org/officeDocument/2006/relationships" id="2147483662" r:id="Rbe06509112764da3"/>
    <p:sldLayoutId xmlns:r="http://schemas.openxmlformats.org/officeDocument/2006/relationships" id="2147483663" r:id="R48750c07a8554170"/>
    <p:sldLayoutId xmlns:r="http://schemas.openxmlformats.org/officeDocument/2006/relationships" id="2147483664" r:id="R407f7ba257dd42a3"/>
    <p:sldLayoutId xmlns:r="http://schemas.openxmlformats.org/officeDocument/2006/relationships" id="2147483665" r:id="Rbc2c19ee47c4499b"/>
    <p:sldLayoutId xmlns:r="http://schemas.openxmlformats.org/officeDocument/2006/relationships" id="2147483666" r:id="Rceaba644f2364a60"/>
    <p:sldLayoutId xmlns:r="http://schemas.openxmlformats.org/officeDocument/2006/relationships" id="2147483667" r:id="R58d99ccbb40e4234"/>
    <p:sldLayoutId xmlns:r="http://schemas.openxmlformats.org/officeDocument/2006/relationships" id="2147483668" r:id="Rd480908875344cd2"/>
    <p:sldLayoutId xmlns:r="http://schemas.openxmlformats.org/officeDocument/2006/relationships" id="2147483669" r:id="R4223a55289a94b04"/>
    <p:sldLayoutId xmlns:r="http://schemas.openxmlformats.org/officeDocument/2006/relationships" id="2147483670" r:id="R7a8820514a8f43b2"/>
    <p:sldLayoutId xmlns:r="http://schemas.openxmlformats.org/officeDocument/2006/relationships" id="2147483671" r:id="R2d296811d6224f06"/>
    <p:sldLayoutId xmlns:r="http://schemas.openxmlformats.org/officeDocument/2006/relationships" id="2147483672" r:id="R7f16fddef42a4f31"/>
    <p:sldLayoutId xmlns:r="http://schemas.openxmlformats.org/officeDocument/2006/relationships" id="2147483673" r:id="Rb8851128fcd240e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27">
            <a:extLst xmlns:a="http://schemas.openxmlformats.org/drawingml/2006/main">
              <a:ext uri="{FF2B5EF4-FFF2-40B4-BE49-F238E27FC236}">
                <a16:creationId xmlns:a16="http://schemas.microsoft.com/office/drawing/2014/main" id="{36DD9223-2434-4A10-873D-199C30F4F6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4" name="Google Shape;114;p27">
            <a:extLst xmlns:a="http://schemas.openxmlformats.org/drawingml/2006/main">
              <a:ext uri="{FF2B5EF4-FFF2-40B4-BE49-F238E27FC236}">
                <a16:creationId xmlns:a16="http://schemas.microsoft.com/office/drawing/2014/main" id="{5227A980-6A30-4D58-9C63-E3C50C7DC7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15" name="Google Shape;115;p27">
            <a:extLst xmlns:a="http://schemas.openxmlformats.org/drawingml/2006/main">
              <a:ext uri="{FF2B5EF4-FFF2-40B4-BE49-F238E27FC236}">
                <a16:creationId xmlns:a16="http://schemas.microsoft.com/office/drawing/2014/main" id="{0D2E5A35-BCD8-4CE5-8FB2-0816D171BB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16" name="Google Shape;116;p27">
            <a:extLst xmlns:a="http://schemas.openxmlformats.org/drawingml/2006/main">
              <a:ext uri="{FF2B5EF4-FFF2-40B4-BE49-F238E27FC236}">
                <a16:creationId xmlns:a16="http://schemas.microsoft.com/office/drawing/2014/main" id="{8C32E95C-B1D6-490F-9C68-475EA41D86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17" name="Google Shape;117;p27">
            <a:extLst xmlns:a="http://schemas.openxmlformats.org/drawingml/2006/main">
              <a:ext uri="{FF2B5EF4-FFF2-40B4-BE49-F238E27FC236}">
                <a16:creationId xmlns:a16="http://schemas.microsoft.com/office/drawing/2014/main" id="{E6EB299E-1161-46EE-8BAA-974755523A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5" r:id="R6c6e2d7718a44287"/>
    <p:sldLayoutId xmlns:r="http://schemas.openxmlformats.org/officeDocument/2006/relationships" id="2147483676" r:id="Re8da99b5ac3e44f3"/>
    <p:sldLayoutId xmlns:r="http://schemas.openxmlformats.org/officeDocument/2006/relationships" id="2147483677" r:id="Rbb353573a9a74676"/>
    <p:sldLayoutId xmlns:r="http://schemas.openxmlformats.org/officeDocument/2006/relationships" id="2147483678" r:id="Rd2489780a14b4381"/>
    <p:sldLayoutId xmlns:r="http://schemas.openxmlformats.org/officeDocument/2006/relationships" id="2147483679" r:id="Rc04de6a9f8094823"/>
    <p:sldLayoutId xmlns:r="http://schemas.openxmlformats.org/officeDocument/2006/relationships" id="2147483680" r:id="R41991587263f4dcc"/>
    <p:sldLayoutId xmlns:r="http://schemas.openxmlformats.org/officeDocument/2006/relationships" id="2147483681" r:id="R8c88777cb0114237"/>
    <p:sldLayoutId xmlns:r="http://schemas.openxmlformats.org/officeDocument/2006/relationships" id="2147483682" r:id="R04cb5ec16f984d94"/>
    <p:sldLayoutId xmlns:r="http://schemas.openxmlformats.org/officeDocument/2006/relationships" id="2147483683" r:id="R3872c934c11b47f9"/>
    <p:sldLayoutId xmlns:r="http://schemas.openxmlformats.org/officeDocument/2006/relationships" id="2147483684" r:id="R28c6779c082544e7"/>
    <p:sldLayoutId xmlns:r="http://schemas.openxmlformats.org/officeDocument/2006/relationships" id="2147483685" r:id="Re13e2520b9734da9"/>
    <p:sldLayoutId xmlns:r="http://schemas.openxmlformats.org/officeDocument/2006/relationships" id="2147483686" r:id="Rd8bf115fa61d4c47"/>
    <p:sldLayoutId xmlns:r="http://schemas.openxmlformats.org/officeDocument/2006/relationships" id="2147483687" r:id="R68deed6d036f409c"/>
    <p:sldLayoutId xmlns:r="http://schemas.openxmlformats.org/officeDocument/2006/relationships" id="2147483688" r:id="Rf7cd30a042d04491"/>
    <p:sldLayoutId xmlns:r="http://schemas.openxmlformats.org/officeDocument/2006/relationships" id="2147483689" r:id="R46606b80f987467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Google Shape;237;p43">
            <a:extLst xmlns:a="http://schemas.openxmlformats.org/drawingml/2006/main">
              <a:ext uri="{FF2B5EF4-FFF2-40B4-BE49-F238E27FC236}">
                <a16:creationId xmlns:a16="http://schemas.microsoft.com/office/drawing/2014/main" id="{DF4F03AD-DDE1-44A5-8934-B0E3CD15F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38" name="Google Shape;238;p43">
            <a:extLst xmlns:a="http://schemas.openxmlformats.org/drawingml/2006/main">
              <a:ext uri="{FF2B5EF4-FFF2-40B4-BE49-F238E27FC236}">
                <a16:creationId xmlns:a16="http://schemas.microsoft.com/office/drawing/2014/main" id="{1122E142-047E-4414-9715-B8611F97C2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239" name="Google Shape;239;p43">
            <a:extLst xmlns:a="http://schemas.openxmlformats.org/drawingml/2006/main">
              <a:ext uri="{FF2B5EF4-FFF2-40B4-BE49-F238E27FC236}">
                <a16:creationId xmlns:a16="http://schemas.microsoft.com/office/drawing/2014/main" id="{A81B7BE0-8865-4083-8DF7-B22AB98FD4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240" name="Google Shape;240;p43">
            <a:extLst xmlns:a="http://schemas.openxmlformats.org/drawingml/2006/main">
              <a:ext uri="{FF2B5EF4-FFF2-40B4-BE49-F238E27FC236}">
                <a16:creationId xmlns:a16="http://schemas.microsoft.com/office/drawing/2014/main" id="{883AEBD8-640A-4B56-8F85-1170FFE8BE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241" name="Google Shape;241;p43">
            <a:extLst xmlns:a="http://schemas.openxmlformats.org/drawingml/2006/main">
              <a:ext uri="{FF2B5EF4-FFF2-40B4-BE49-F238E27FC236}">
                <a16:creationId xmlns:a16="http://schemas.microsoft.com/office/drawing/2014/main" id="{B2511442-80F8-45A7-9445-7C47E90E83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1" r:id="R7f17e32a01b142b3"/>
    <p:sldLayoutId xmlns:r="http://schemas.openxmlformats.org/officeDocument/2006/relationships" id="2147483692" r:id="R202dd06bfe8c4713"/>
    <p:sldLayoutId xmlns:r="http://schemas.openxmlformats.org/officeDocument/2006/relationships" id="2147483693" r:id="R3f4410a7ed7a4278"/>
    <p:sldLayoutId xmlns:r="http://schemas.openxmlformats.org/officeDocument/2006/relationships" id="2147483694" r:id="R03ab40dff0e14b9f"/>
    <p:sldLayoutId xmlns:r="http://schemas.openxmlformats.org/officeDocument/2006/relationships" id="2147483695" r:id="Rd8464734a32c4044"/>
    <p:sldLayoutId xmlns:r="http://schemas.openxmlformats.org/officeDocument/2006/relationships" id="2147483696" r:id="Rf613df07d2894e7d"/>
    <p:sldLayoutId xmlns:r="http://schemas.openxmlformats.org/officeDocument/2006/relationships" id="2147483697" r:id="Rb7f3f46b316e490a"/>
    <p:sldLayoutId xmlns:r="http://schemas.openxmlformats.org/officeDocument/2006/relationships" id="2147483698" r:id="Rda5470cd45d44666"/>
    <p:sldLayoutId xmlns:r="http://schemas.openxmlformats.org/officeDocument/2006/relationships" id="2147483699" r:id="R27f13435f30246f0"/>
    <p:sldLayoutId xmlns:r="http://schemas.openxmlformats.org/officeDocument/2006/relationships" id="2147483700" r:id="R1c6270b7382b4278"/>
    <p:sldLayoutId xmlns:r="http://schemas.openxmlformats.org/officeDocument/2006/relationships" id="2147483701" r:id="Rbf44aa7c38c24c9a"/>
    <p:sldLayoutId xmlns:r="http://schemas.openxmlformats.org/officeDocument/2006/relationships" id="2147483702" r:id="R015985c0cf9947d8"/>
    <p:sldLayoutId xmlns:r="http://schemas.openxmlformats.org/officeDocument/2006/relationships" id="2147483703" r:id="R505f5d05c4844f6b"/>
    <p:sldLayoutId xmlns:r="http://schemas.openxmlformats.org/officeDocument/2006/relationships" id="2147483704" r:id="Rc295b61fac1440f5"/>
    <p:sldLayoutId xmlns:r="http://schemas.openxmlformats.org/officeDocument/2006/relationships" id="2147483705" r:id="R256bfa68407d42c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125AA4"/>
      </a:accent5>
      <a:accent6>
        <a:srgbClr val="A4123F"/>
      </a:accent6>
      <a:hlink>
        <a:srgbClr val="365D99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125AA4"/>
      </a:accent5>
      <a:accent6>
        <a:srgbClr val="A4123F"/>
      </a:accent6>
      <a:hlink>
        <a:srgbClr val="365D99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2ad885daf4e4276" /><Relationship Type="http://schemas.openxmlformats.org/officeDocument/2006/relationships/image" Target="/ppt/media/image3.jpeg" Id="R1ca634560cdf4504" /><Relationship Type="http://schemas.openxmlformats.org/officeDocument/2006/relationships/notesSlide" Target="/ppt/notesSlides/notesSlide1.xml" Id="Rd881908dd6c441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0.xml" Id="R59eb75e8d5db4249" /><Relationship Type="http://schemas.openxmlformats.org/officeDocument/2006/relationships/notesSlide" Target="/ppt/notesSlides/notesSlide2.xml" Id="Rf5192d5790824d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08f705bc981140b5" /><Relationship Type="http://schemas.openxmlformats.org/officeDocument/2006/relationships/image" Target="/ppt/media/image4.jpeg" Id="Rd9fd3967f6b34349" /><Relationship Type="http://schemas.openxmlformats.org/officeDocument/2006/relationships/notesSlide" Target="/ppt/notesSlides/notesSlide3.xml" Id="Rd9c2c05c904644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78113f66f96a4b67" /><Relationship Type="http://schemas.openxmlformats.org/officeDocument/2006/relationships/notesSlide" Target="/ppt/notesSlides/notesSlide4.xml" Id="R3b63ea2dbb5d45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a3afe061feb0478f" /><Relationship Type="http://schemas.openxmlformats.org/officeDocument/2006/relationships/notesSlide" Target="/ppt/notesSlides/notesSlide5.xml" Id="R2db1c55cd8014b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4c6286418136470c" /><Relationship Type="http://schemas.openxmlformats.org/officeDocument/2006/relationships/image" Target="/ppt/media/image5.jpeg" Id="R530aa4aef5fd4b8f" /><Relationship Type="http://schemas.openxmlformats.org/officeDocument/2006/relationships/notesSlide" Target="/ppt/notesSlides/notesSlide6.xml" Id="R6007436862d944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b78dd24fa0a34039" /><Relationship Type="http://schemas.openxmlformats.org/officeDocument/2006/relationships/notesSlide" Target="/ppt/notesSlides/notesSlide7.xml" Id="Rb9b2d18796ab4a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346d67cc69c74d0b" /><Relationship Type="http://schemas.openxmlformats.org/officeDocument/2006/relationships/notesSlide" Target="/ppt/notesSlides/notesSlide8.xml" Id="Rae89d0f8616f48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16e92a60e8e3470a" /><Relationship Type="http://schemas.openxmlformats.org/officeDocument/2006/relationships/notesSlide" Target="/ppt/notesSlides/notesSlide9.xml" Id="R3c0bc6dee5da48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7e7886ab4da1465e" /><Relationship Type="http://schemas.openxmlformats.org/officeDocument/2006/relationships/notesSlide" Target="/ppt/notesSlides/notesSlide10.xml" Id="R64fea47de11345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eeea425c3bdd431b" /><Relationship Type="http://schemas.openxmlformats.org/officeDocument/2006/relationships/notesSlide" Target="/ppt/notesSlides/notesSlide11.xml" Id="Rf3023997b7e842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ebe20e291cc54f01" /><Relationship Type="http://schemas.openxmlformats.org/officeDocument/2006/relationships/notesSlide" Target="/ppt/notesSlides/notesSlide12.xml" Id="R96c03dc813654a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a6439ddf81da4b0e" /><Relationship Type="http://schemas.openxmlformats.org/officeDocument/2006/relationships/notesSlide" Target="/ppt/notesSlides/notesSlide13.xml" Id="Red020f720eb34b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f5fa10dbeecd4421" /><Relationship Type="http://schemas.openxmlformats.org/officeDocument/2006/relationships/image" Target="/ppt/media/image5.png" Id="R6f8b008e641d41f3" /><Relationship Type="http://schemas.openxmlformats.org/officeDocument/2006/relationships/image" Target="/ppt/media/image6.png" Id="Rb86c7098558b4540" /><Relationship Type="http://schemas.openxmlformats.org/officeDocument/2006/relationships/image" Target="/ppt/media/image7.png" Id="R28430e79e9254423" /><Relationship Type="http://schemas.openxmlformats.org/officeDocument/2006/relationships/notesSlide" Target="/ppt/notesSlides/notesSlide14.xml" Id="Rb70eb9098d8346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49e41c815ca94ef9" /><Relationship Type="http://schemas.openxmlformats.org/officeDocument/2006/relationships/notesSlide" Target="/ppt/notesSlides/notesSlide15.xml" Id="R45c89cce465a46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76055e2388114bf3" /><Relationship Type="http://schemas.openxmlformats.org/officeDocument/2006/relationships/image" Target="/ppt/media/image8.png" Id="R9afadcb6a99745f8" /><Relationship Type="http://schemas.openxmlformats.org/officeDocument/2006/relationships/notesSlide" Target="/ppt/notesSlides/notesSlide16.xml" Id="R6e74fcd783624f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b62f428517444a7a" /><Relationship Type="http://schemas.openxmlformats.org/officeDocument/2006/relationships/notesSlide" Target="/ppt/notesSlides/notesSlide17.xml" Id="R877a4b25e5c54a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38cf81ddab5441d5" /><Relationship Type="http://schemas.openxmlformats.org/officeDocument/2006/relationships/notesSlide" Target="/ppt/notesSlides/notesSlide18.xml" Id="R024899a0d9f64ac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dfc73a9e46034f5b" /><Relationship Type="http://schemas.openxmlformats.org/officeDocument/2006/relationships/notesSlide" Target="/ppt/notesSlides/notesSlide19.xml" Id="Rfb7448068113487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67cf923373f74877" /><Relationship Type="http://schemas.openxmlformats.org/officeDocument/2006/relationships/notesSlide" Target="/ppt/notesSlides/notesSlide20.xml" Id="R957552cf460847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096003a64fe3479a" /><Relationship Type="http://schemas.openxmlformats.org/officeDocument/2006/relationships/notesSlide" Target="/ppt/notesSlides/notesSlide21.xml" Id="R19dc34b17f084c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d179dc3e891043e6" /><Relationship Type="http://schemas.openxmlformats.org/officeDocument/2006/relationships/notesSlide" Target="/ppt/notesSlides/notesSlide22.xml" Id="R793f6c29644a463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29b046445f874d22" /><Relationship Type="http://schemas.openxmlformats.org/officeDocument/2006/relationships/image" Target="/ppt/media/image9.png" Id="R3b926a36b3874f70" /><Relationship Type="http://schemas.openxmlformats.org/officeDocument/2006/relationships/notesSlide" Target="/ppt/notesSlides/notesSlide23.xml" Id="Rcd17c10c0e44407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aff97f1061f745a4" /><Relationship Type="http://schemas.openxmlformats.org/officeDocument/2006/relationships/image" Target="/ppt/media/image10.png" Id="R251ec7cc4a364c47" /><Relationship Type="http://schemas.openxmlformats.org/officeDocument/2006/relationships/image" Target="/ppt/media/image11.png" Id="Ra792cbe8ea7041f3" /><Relationship Type="http://schemas.openxmlformats.org/officeDocument/2006/relationships/notesSlide" Target="/ppt/notesSlides/notesSlide24.xml" Id="R7934b43dfbff440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375a84b3b763485c" /><Relationship Type="http://schemas.openxmlformats.org/officeDocument/2006/relationships/image" Target="/ppt/media/image12.png" Id="Rdbe389f7f17f43b6" /><Relationship Type="http://schemas.openxmlformats.org/officeDocument/2006/relationships/image" Target="/ppt/media/image13.png" Id="Rdccb323fdc944793" /><Relationship Type="http://schemas.openxmlformats.org/officeDocument/2006/relationships/image" Target="/ppt/media/image14.png" Id="R11b87f3b43d0424a" /><Relationship Type="http://schemas.openxmlformats.org/officeDocument/2006/relationships/image" Target="/ppt/media/image15.png" Id="R62308aadcb5c4954" /><Relationship Type="http://schemas.openxmlformats.org/officeDocument/2006/relationships/notesSlide" Target="/ppt/notesSlides/notesSlide25.xml" Id="R56580aac8e94455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95c80a51cdb84dd9" /><Relationship Type="http://schemas.openxmlformats.org/officeDocument/2006/relationships/notesSlide" Target="/ppt/notesSlides/notesSlide26.xml" Id="R29cc455d62da45d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9f316fb643fe4d0d" /><Relationship Type="http://schemas.openxmlformats.org/officeDocument/2006/relationships/notesSlide" Target="/ppt/notesSlides/notesSlide27.xml" Id="R8cf2eae4a3d2484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1650bcf84e1c45b3" /><Relationship Type="http://schemas.openxmlformats.org/officeDocument/2006/relationships/notesSlide" Target="/ppt/notesSlides/notesSlide28.xml" Id="R33e8098d0efa493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a705a9776c3a4fd3" /><Relationship Type="http://schemas.openxmlformats.org/officeDocument/2006/relationships/notesSlide" Target="/ppt/notesSlides/notesSlide29.xml" Id="R4b3af9a1527a430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7b41952c607546f9" /><Relationship Type="http://schemas.openxmlformats.org/officeDocument/2006/relationships/notesSlide" Target="/ppt/notesSlides/notesSlide30.xml" Id="R0966f663acea46e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e265b99943c343b1" /><Relationship Type="http://schemas.openxmlformats.org/officeDocument/2006/relationships/notesSlide" Target="/ppt/notesSlides/notesSlide31.xml" Id="R698759ae4c4241e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afc6e7bcba984dc1" /><Relationship Type="http://schemas.openxmlformats.org/officeDocument/2006/relationships/notesSlide" Target="/ppt/notesSlides/notesSlide32.xml" Id="R759919624c1844d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be6e38ad50484447" /><Relationship Type="http://schemas.openxmlformats.org/officeDocument/2006/relationships/notesSlide" Target="/ppt/notesSlides/notesSlide33.xml" Id="R6108d3eee3ad4e8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f568b52b015a4933" /><Relationship Type="http://schemas.openxmlformats.org/officeDocument/2006/relationships/notesSlide" Target="/ppt/notesSlides/notesSlide34.xml" Id="Rab2dadbd11404e9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9eddc2d410264701" /><Relationship Type="http://schemas.openxmlformats.org/officeDocument/2006/relationships/notesSlide" Target="/ppt/notesSlides/notesSlide35.xml" Id="Rcf09e1e7e71e4b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Google Shape;364;p59">
            <a:extLst xmlns:a="http://schemas.openxmlformats.org/drawingml/2006/main">
              <a:ext uri="{FF2B5EF4-FFF2-40B4-BE49-F238E27FC236}">
                <a16:creationId xmlns:a16="http://schemas.microsoft.com/office/drawing/2014/main" id="{2309A3EB-88A7-4BEC-B2CB-AF2CB7E8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84806"/>
            <a:ext cx="9144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5" name="Google Shape;365;p59">
            <a:extLst xmlns:a="http://schemas.openxmlformats.org/drawingml/2006/main">
              <a:ext uri="{FF2B5EF4-FFF2-40B4-BE49-F238E27FC236}">
                <a16:creationId xmlns:a16="http://schemas.microsoft.com/office/drawing/2014/main" id="{09B2A62B-EE92-4AE3-9776-3B688DC7D2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8838" y="1422731"/>
            <a:ext cx="8841375" cy="98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Agentic AI Framework for Automated Evaluation of Machine Learning Assignments </a:t>
            </a:r>
            <a:endParaRPr sz="2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66" name="Google Shape;366;p59">
            <a:extLst xmlns:a="http://schemas.openxmlformats.org/drawingml/2006/main">
              <a:ext uri="{FF2B5EF4-FFF2-40B4-BE49-F238E27FC236}">
                <a16:creationId xmlns:a16="http://schemas.microsoft.com/office/drawing/2014/main" id="{2C6FB9D7-F62E-4EC6-AF2A-BCA7E00E09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a634560cdf4504">
            <a:alphaModFix/>
          </a:blip>
          <a:srcRect xmlns:a="http://schemas.openxmlformats.org/drawingml/2006/main" l="10690" t="3132" r="7711" b="29808"/>
          <a:stretch xmlns:a="http://schemas.openxmlformats.org/drawingml/2006/main"/>
        </p:blipFill>
        <p:spPr>
          <a:xfrm xmlns:a="http://schemas.openxmlformats.org/drawingml/2006/main">
            <a:off x="3622331" y="260738"/>
            <a:ext cx="1478700" cy="1458225"/>
          </a:xfrm>
          <a:prstGeom xmlns:a="http://schemas.openxmlformats.org/drawingml/2006/main" prst="ellipse">
            <a:avLst/>
          </a:prstGeom>
          <a:ln xmlns:a="http://schemas.openxmlformats.org/drawingml/2006/main">
            <a:noFill/>
          </a:ln>
        </p:spPr>
      </p:pic>
      <p:sp>
        <p:nvSpPr>
          <p:cNvPr id="367" name="Google Shape;367;p59">
            <a:extLst xmlns:a="http://schemas.openxmlformats.org/drawingml/2006/main">
              <a:ext uri="{FF2B5EF4-FFF2-40B4-BE49-F238E27FC236}">
                <a16:creationId xmlns:a16="http://schemas.microsoft.com/office/drawing/2014/main" id="{4A2991EE-74CC-4147-AF28-08E26030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844" y="24713"/>
            <a:ext cx="3165525" cy="17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68575" rIns="68575" bIns="685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1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Aum Amriteshwaryai Namah!!!!</a:t>
            </a:r>
            <a:endParaRPr sz="1100" b="0" i="1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8" name="Google Shape;368;p59">
            <a:extLst xmlns:a="http://schemas.openxmlformats.org/drawingml/2006/main">
              <a:ext uri="{FF2B5EF4-FFF2-40B4-BE49-F238E27FC236}">
                <a16:creationId xmlns:a16="http://schemas.microsoft.com/office/drawing/2014/main" id="{7D37DF7C-7994-4727-AC42-CB5771E2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00" y="2457919"/>
            <a:ext cx="5823450" cy="124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Times New Roman"/>
              <a:buNone/>
            </a:pPr>
            <a:r>
              <a:rPr sz="15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Mohan C P</a:t>
            </a:r>
            <a:endParaRPr sz="1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800"/>
              <a:buFont typeface="Times New Roman"/>
              <a:buNone/>
            </a:pPr>
            <a:r>
              <a:rPr sz="13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AM.EN.P2WNA25007</a:t>
            </a:r>
            <a:endParaRPr sz="18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sz="1400" b="0" i="1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Amrita Center for Wireless Networks and Applications</a:t>
            </a:r>
            <a:endParaRPr sz="11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sz="1400" b="0" i="1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Amrita Vishwa Vidyapeetham</a:t>
            </a:r>
            <a:endParaRPr sz="11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sz="1400" b="0" i="1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</a:rPr>
              <a:t>Amritapuri Campus, Kollam</a:t>
            </a:r>
            <a:endParaRPr sz="11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9" name="Google Shape;369;p59">
            <a:extLst xmlns:a="http://schemas.openxmlformats.org/drawingml/2006/main">
              <a:ext uri="{FF2B5EF4-FFF2-40B4-BE49-F238E27FC236}">
                <a16:creationId xmlns:a16="http://schemas.microsoft.com/office/drawing/2014/main" id="{C5146B3C-B50C-41E6-B256-0C7AB558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23" y="2665706"/>
            <a:ext cx="2221425" cy="6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None/>
            </a:pPr>
            <a:r>
              <a:rPr sz="17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</a:rPr>
              <a:t>Advisor:</a:t>
            </a:r>
            <a:endParaRPr sz="1700" b="1" i="1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None/>
            </a:pPr>
            <a:r>
              <a:rPr sz="17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</a:rPr>
              <a:t>Dr. Rahul Krishnan</a:t>
            </a:r>
            <a:r>
              <a:rPr sz="18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</a:rPr>
              <a:t>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0" name="Google Shape;370;p59">
            <a:extLst xmlns:a="http://schemas.openxmlformats.org/drawingml/2006/main">
              <a:ext uri="{FF2B5EF4-FFF2-40B4-BE49-F238E27FC236}">
                <a16:creationId xmlns:a16="http://schemas.microsoft.com/office/drawing/2014/main" id="{20314C4A-B007-4BC4-8684-9E4ADE8F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638" y="2713294"/>
            <a:ext cx="1860975" cy="5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500" tIns="35100" rIns="67500" bIns="35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None/>
            </a:pPr>
            <a:r>
              <a:rPr sz="17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</a:rPr>
              <a:t>Co-Advisor: </a:t>
            </a:r>
            <a:endParaRPr sz="1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None/>
            </a:pPr>
            <a:r>
              <a:rPr sz="17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</a:rPr>
              <a:t>Ms.Vidya S Nair</a:t>
            </a:r>
            <a:endParaRPr sz="1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46269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5" name="Google Shape;375;p60">
            <a:extLst xmlns:a="http://schemas.openxmlformats.org/drawingml/2006/main">
              <a:ext uri="{FF2B5EF4-FFF2-40B4-BE49-F238E27FC236}">
                <a16:creationId xmlns:a16="http://schemas.microsoft.com/office/drawing/2014/main" id="{317A567B-DD9C-41B2-A40C-794B30B147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Contents</a:t>
            </a:r>
            <a:endParaRPr sz="35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77" name="Google Shape;377;p60">
            <a:extLst xmlns:a="http://schemas.openxmlformats.org/drawingml/2006/main">
              <a:ext uri="{FF2B5EF4-FFF2-40B4-BE49-F238E27FC236}">
                <a16:creationId xmlns:a16="http://schemas.microsoft.com/office/drawing/2014/main" id="{EE849D29-7442-4313-84CA-EC103B68AD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378" name="Google Shape;378;p60">
            <a:extLst xmlns:a="http://schemas.openxmlformats.org/drawingml/2006/main">
              <a:ext uri="{FF2B5EF4-FFF2-40B4-BE49-F238E27FC236}">
                <a16:creationId xmlns:a16="http://schemas.microsoft.com/office/drawing/2014/main" id="{D6F67160-2721-414E-A6E1-84289C3FBE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379" name="Google Shape;379;p60">
            <a:extLst xmlns:a="http://schemas.openxmlformats.org/drawingml/2006/main">
              <a:ext uri="{FF2B5EF4-FFF2-40B4-BE49-F238E27FC236}">
                <a16:creationId xmlns:a16="http://schemas.microsoft.com/office/drawing/2014/main" id="{33B412D9-3341-4AB9-9481-F397564D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0" name="body-2-86-150">
            <a:extLst xmlns:a="http://schemas.openxmlformats.org/drawingml/2006/main">
              <a:ext uri="{FF2B5EF4-FFF2-40B4-BE49-F238E27FC236}">
                <a16:creationId xmlns:a16="http://schemas.microsoft.com/office/drawing/2014/main" id="{1DB6663F-BAA2-4ADB-AA35-EAC162B1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361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Motivation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Problem Definition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Objectives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Research Challenges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Literature Review Resources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Summary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Research Gaps</a:t>
            </a:r>
          </a:p>
        </p:txBody>
      </p:sp>
      <p:sp>
        <p:nvSpPr>
          <p:cNvPr id="381" name="body-2-516-150">
            <a:extLst xmlns:a="http://schemas.openxmlformats.org/drawingml/2006/main">
              <a:ext uri="{FF2B5EF4-FFF2-40B4-BE49-F238E27FC236}">
                <a16:creationId xmlns:a16="http://schemas.microsoft.com/office/drawing/2014/main" id="{5E2F3B7E-D9D3-4890-98DE-BD20CB1A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428750"/>
            <a:ext cx="361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Innovation &amp; Novelty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Architecture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Mathematical Modeling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System Requirements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Deliverables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930433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5" name="Google Shape;385;p61">
            <a:extLst xmlns:a="http://schemas.openxmlformats.org/drawingml/2006/main">
              <a:ext uri="{FF2B5EF4-FFF2-40B4-BE49-F238E27FC236}">
                <a16:creationId xmlns:a16="http://schemas.microsoft.com/office/drawing/2014/main" id="{76785E46-4166-4C16-8187-DE5828422D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7" name="Google Shape;387;p61">
            <a:extLst xmlns:a="http://schemas.openxmlformats.org/drawingml/2006/main">
              <a:ext uri="{FF2B5EF4-FFF2-40B4-BE49-F238E27FC236}">
                <a16:creationId xmlns:a16="http://schemas.microsoft.com/office/drawing/2014/main" id="{BDE58F37-B906-4BDC-AA57-147F2FD1ED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388" name="Google Shape;388;p61">
            <a:extLst xmlns:a="http://schemas.openxmlformats.org/drawingml/2006/main">
              <a:ext uri="{FF2B5EF4-FFF2-40B4-BE49-F238E27FC236}">
                <a16:creationId xmlns:a16="http://schemas.microsoft.com/office/drawing/2014/main" id="{C2FAFFD7-8BF1-471F-A11B-FAB85D9489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389" name="Google Shape;389;p61">
            <a:extLst xmlns:a="http://schemas.openxmlformats.org/drawingml/2006/main">
              <a:ext uri="{FF2B5EF4-FFF2-40B4-BE49-F238E27FC236}">
                <a16:creationId xmlns:a16="http://schemas.microsoft.com/office/drawing/2014/main" id="{916EE425-A41D-4CEE-A328-78D7BCF9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91" name="Google Shape;391;p61">
            <a:extLst xmlns:a="http://schemas.openxmlformats.org/drawingml/2006/main">
              <a:ext uri="{FF2B5EF4-FFF2-40B4-BE49-F238E27FC236}">
                <a16:creationId xmlns:a16="http://schemas.microsoft.com/office/drawing/2014/main" id="{F41A35CD-26C0-4571-BE26-BBE73C1516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fd3967f6b34349">
            <a:alphaModFix/>
          </a:blip>
          <a:srcRect xmlns:a="http://schemas.openxmlformats.org/drawingml/2006/main" l="6131" t="0" r="7266" b="0"/>
          <a:stretch xmlns:a="http://schemas.openxmlformats.org/drawingml/2006/main"/>
        </p:blipFill>
        <p:spPr>
          <a:xfrm xmlns:a="http://schemas.openxmlformats.org/drawingml/2006/main">
            <a:off x="4953000" y="1638300"/>
            <a:ext cx="3619500" cy="22402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2" name="body-3-75-151">
            <a:extLst xmlns:a="http://schemas.openxmlformats.org/drawingml/2006/main">
              <a:ext uri="{FF2B5EF4-FFF2-40B4-BE49-F238E27FC236}">
                <a16:creationId xmlns:a16="http://schemas.microsoft.com/office/drawing/2014/main" id="{4B44C593-8A50-4630-9DA8-31E2CB58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382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Agentic AI Basic Framework</a:t>
            </a:r>
          </a:p>
        </p:txBody>
      </p:sp>
      <p:sp>
        <p:nvSpPr>
          <p:cNvPr id="393" name="body-3-75-196">
            <a:extLst xmlns:a="http://schemas.openxmlformats.org/drawingml/2006/main">
              <a:ext uri="{FF2B5EF4-FFF2-40B4-BE49-F238E27FC236}">
                <a16:creationId xmlns:a16="http://schemas.microsoft.com/office/drawing/2014/main" id="{5E216708-9CF1-43F9-A24A-014888B2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3905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11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Makes use of multiple intelligent agents</a:t>
            </a:r>
          </a:p>
          <a:p xmlns:a="http://schemas.openxmlformats.org/drawingml/2006/main">
            <a:pPr marL="165100" indent="-114300" algn="l">
              <a:spcAft>
                <a:spcPts val="11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Agentic AI systems can autonomously set goals, create multi-step plans.</a:t>
            </a:r>
          </a:p>
          <a:p xmlns:a="http://schemas.openxmlformats.org/drawingml/2006/main">
            <a:pPr marL="165100" indent="-114300" algn="l">
              <a:spcAft>
                <a:spcPts val="11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Execute actions with minimal human supervision.</a:t>
            </a:r>
          </a:p>
          <a:p xmlns:a="http://schemas.openxmlformats.org/drawingml/2006/main">
            <a:pPr marL="165100" indent="-114300" algn="l">
              <a:spcAft>
                <a:spcPts val="11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Enable autonomous task execution such as CrewAI, Microsoft AutoGen, and LangGraph .</a:t>
            </a:r>
          </a:p>
        </p:txBody>
      </p:sp>
      <p:sp>
        <p:nvSpPr>
          <p:cNvPr id="394" name="body-3-520-422">
            <a:extLst xmlns:a="http://schemas.openxmlformats.org/drawingml/2006/main">
              <a:ext uri="{FF2B5EF4-FFF2-40B4-BE49-F238E27FC236}">
                <a16:creationId xmlns:a16="http://schemas.microsoft.com/office/drawing/2014/main" id="{33EA899E-E8BA-41A7-A1E1-257A5F42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195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 Figure 1 : General Architecture of an Agentic AI system </a:t>
            </a:r>
          </a:p>
        </p:txBody>
      </p:sp>
    </p:spTree>
    <p:extLst>
      <p:ext uri="{BB962C8B-B14F-4D97-AF65-F5344CB8AC3E}">
        <p14:creationId xmlns:p14="http://schemas.microsoft.com/office/powerpoint/2010/main" val="17273751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6" name="Google Shape;396;p62">
            <a:extLst xmlns:a="http://schemas.openxmlformats.org/drawingml/2006/main">
              <a:ext uri="{FF2B5EF4-FFF2-40B4-BE49-F238E27FC236}">
                <a16:creationId xmlns:a16="http://schemas.microsoft.com/office/drawing/2014/main" id="{7A814D9A-760C-4E33-8B00-9BE02FAD35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7" name="Google Shape;397;p62">
            <a:extLst xmlns:a="http://schemas.openxmlformats.org/drawingml/2006/main">
              <a:ext uri="{FF2B5EF4-FFF2-40B4-BE49-F238E27FC236}">
                <a16:creationId xmlns:a16="http://schemas.microsoft.com/office/drawing/2014/main" id="{45339634-C30F-4278-B899-7A2988F974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398" name="Google Shape;398;p62">
            <a:extLst xmlns:a="http://schemas.openxmlformats.org/drawingml/2006/main">
              <a:ext uri="{FF2B5EF4-FFF2-40B4-BE49-F238E27FC236}">
                <a16:creationId xmlns:a16="http://schemas.microsoft.com/office/drawing/2014/main" id="{41810B20-57AE-448D-A94D-B1FBC76062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399" name="Google Shape;399;p62">
            <a:extLst xmlns:a="http://schemas.openxmlformats.org/drawingml/2006/main">
              <a:ext uri="{FF2B5EF4-FFF2-40B4-BE49-F238E27FC236}">
                <a16:creationId xmlns:a16="http://schemas.microsoft.com/office/drawing/2014/main" id="{F06BDA14-9300-44FE-85A7-24527EFB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0" name="Google Shape;400;p62">
            <a:extLst xmlns:a="http://schemas.openxmlformats.org/drawingml/2006/main">
              <a:ext uri="{FF2B5EF4-FFF2-40B4-BE49-F238E27FC236}">
                <a16:creationId xmlns:a16="http://schemas.microsoft.com/office/drawing/2014/main" id="{4864C56D-6663-41B1-BE43-5F61CED6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98" y="1263806"/>
            <a:ext cx="2605950" cy="26176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6F8"/>
          </a:solidFill>
          <a:ln xmlns:a="http://schemas.openxmlformats.org/drawingml/2006/main" w="9525" cap="flat" cmpd="sng">
            <a:solidFill>
              <a:srgbClr val="DCDCE1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1" name="Google Shape;401;p62">
            <a:extLst xmlns:a="http://schemas.openxmlformats.org/drawingml/2006/main">
              <a:ext uri="{FF2B5EF4-FFF2-40B4-BE49-F238E27FC236}">
                <a16:creationId xmlns:a16="http://schemas.microsoft.com/office/drawing/2014/main" id="{909FE26B-AF96-4E9D-9E52-CE06FF23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92" y="1263806"/>
            <a:ext cx="47925" cy="261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C96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2" name="Google Shape;402;p62">
            <a:extLst xmlns:a="http://schemas.openxmlformats.org/drawingml/2006/main">
              <a:ext uri="{FF2B5EF4-FFF2-40B4-BE49-F238E27FC236}">
                <a16:creationId xmlns:a16="http://schemas.microsoft.com/office/drawing/2014/main" id="{83F08721-D91A-49EC-95B8-383E2894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90" y="1351058"/>
            <a:ext cx="2331675" cy="308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" tIns="28575" rIns="28575" bIns="28575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 u="none" strike="noStrike" cap="none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AI AGENT</a:t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3" name="Google Shape;403;p62">
            <a:extLst xmlns:a="http://schemas.openxmlformats.org/drawingml/2006/main">
              <a:ext uri="{FF2B5EF4-FFF2-40B4-BE49-F238E27FC236}">
                <a16:creationId xmlns:a16="http://schemas.microsoft.com/office/drawing/2014/main" id="{F1D67D04-B3CA-4798-8F99-BD8513BB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64" y="1724025"/>
            <a:ext cx="233172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" tIns="28575" rIns="28575" bIns="28575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spcAft>
                <a:spcPts val="650"/>
              </a:spcAft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AI Agent</a:t>
            </a: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 = A small AI worker with a specific job.</a:t>
            </a:r>
          </a:p>
          <a:p xmlns:a="http://schemas.openxmlformats.org/drawingml/2006/main">
            <a:pPr algn="l">
              <a:spcAft>
                <a:spcPts val="650"/>
              </a:spcAft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Receives inputs</a:t>
            </a:r>
          </a:p>
          <a:p xmlns:a="http://schemas.openxmlformats.org/drawingml/2006/main">
            <a:pPr algn="l">
              <a:spcAft>
                <a:spcPts val="650"/>
              </a:spcAft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Performs one specific task</a:t>
            </a:r>
          </a:p>
          <a:p xmlns:a="http://schemas.openxmlformats.org/drawingml/2006/main">
            <a:pPr algn="l">
              <a:spcAft>
                <a:spcPts val="650"/>
              </a:spcAft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Uses available data/tools if needed</a:t>
            </a:r>
          </a:p>
          <a:p xmlns:a="http://schemas.openxmlformats.org/drawingml/2006/main">
            <a:pPr algn="l">
              <a:spcAft>
                <a:spcPts val="650"/>
              </a:spcAft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Returns a clear, structured result</a:t>
            </a:r>
          </a:p>
        </p:txBody>
      </p:sp>
      <p:sp>
        <p:nvSpPr>
          <p:cNvPr id="404" name="Google Shape;404;p62">
            <a:extLst xmlns:a="http://schemas.openxmlformats.org/drawingml/2006/main">
              <a:ext uri="{FF2B5EF4-FFF2-40B4-BE49-F238E27FC236}">
                <a16:creationId xmlns:a16="http://schemas.microsoft.com/office/drawing/2014/main" id="{CC0F5940-5A31-410C-8E03-A8EF482F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89" y="1263806"/>
            <a:ext cx="2605950" cy="26176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6F8"/>
          </a:solidFill>
          <a:ln xmlns:a="http://schemas.openxmlformats.org/drawingml/2006/main" w="9525" cap="flat" cmpd="sng">
            <a:solidFill>
              <a:srgbClr val="DCDCE1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5" name="Google Shape;405;p62">
            <a:extLst xmlns:a="http://schemas.openxmlformats.org/drawingml/2006/main">
              <a:ext uri="{FF2B5EF4-FFF2-40B4-BE49-F238E27FC236}">
                <a16:creationId xmlns:a16="http://schemas.microsoft.com/office/drawing/2014/main" id="{56866C7A-638A-4C23-AEA1-7C168400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125" y="1263806"/>
            <a:ext cx="47925" cy="261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005C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6" name="Google Shape;406;p62">
            <a:extLst xmlns:a="http://schemas.openxmlformats.org/drawingml/2006/main">
              <a:ext uri="{FF2B5EF4-FFF2-40B4-BE49-F238E27FC236}">
                <a16:creationId xmlns:a16="http://schemas.microsoft.com/office/drawing/2014/main" id="{3E06E389-F612-4B28-8AA0-2F31BD0A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365" y="1351058"/>
            <a:ext cx="2331675" cy="308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" tIns="28575" rIns="28575" bIns="28575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 u="none" strike="noStrike" cap="none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AGENTIC AI</a:t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7" name="Google Shape;407;p62">
            <a:extLst xmlns:a="http://schemas.openxmlformats.org/drawingml/2006/main">
              <a:ext uri="{FF2B5EF4-FFF2-40B4-BE49-F238E27FC236}">
                <a16:creationId xmlns:a16="http://schemas.microsoft.com/office/drawing/2014/main" id="{E671EACB-99FD-494E-9F42-082850ED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338" y="1724025"/>
            <a:ext cx="233172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" tIns="28575" rIns="28575" bIns="28575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spcAft>
                <a:spcPts val="650"/>
              </a:spcAft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Multi-Agent System</a:t>
            </a: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 = A team of AI agents working together.</a:t>
            </a:r>
          </a:p>
          <a:p xmlns:a="http://schemas.openxmlformats.org/drawingml/2006/main">
            <a:pPr algn="l">
              <a:spcAft>
                <a:spcPts val="650"/>
              </a:spcAft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Multiple agents handle different tasks</a:t>
            </a:r>
          </a:p>
          <a:p xmlns:a="http://schemas.openxmlformats.org/drawingml/2006/main">
            <a:pPr algn="l">
              <a:spcAft>
                <a:spcPts val="650"/>
              </a:spcAft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Agents share their results with each other</a:t>
            </a:r>
          </a:p>
          <a:p xmlns:a="http://schemas.openxmlformats.org/drawingml/2006/main">
            <a:pPr algn="l">
              <a:spcAft>
                <a:spcPts val="650"/>
              </a:spcAft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Each agent contributes to part of the solution</a:t>
            </a:r>
          </a:p>
          <a:p xmlns:a="http://schemas.openxmlformats.org/drawingml/2006/main">
            <a:pPr algn="l">
              <a:spcAft>
                <a:spcPts val="650"/>
              </a:spcAft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08" name="Google Shape;408;p62">
            <a:extLst xmlns:a="http://schemas.openxmlformats.org/drawingml/2006/main">
              <a:ext uri="{FF2B5EF4-FFF2-40B4-BE49-F238E27FC236}">
                <a16:creationId xmlns:a16="http://schemas.microsoft.com/office/drawing/2014/main" id="{FB1DB7D0-09E4-4C84-B555-0EA19B9B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265" y="1263806"/>
            <a:ext cx="2605950" cy="26176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6F8"/>
          </a:solidFill>
          <a:ln xmlns:a="http://schemas.openxmlformats.org/drawingml/2006/main" w="9525" cap="flat" cmpd="sng">
            <a:solidFill>
              <a:srgbClr val="DCDCE1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9" name="Google Shape;409;p62">
            <a:extLst xmlns:a="http://schemas.openxmlformats.org/drawingml/2006/main">
              <a:ext uri="{FF2B5EF4-FFF2-40B4-BE49-F238E27FC236}">
                <a16:creationId xmlns:a16="http://schemas.microsoft.com/office/drawing/2014/main" id="{B6253848-B331-4830-A8D6-BAB826E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901" y="1263806"/>
            <a:ext cx="47925" cy="261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850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10" name="Google Shape;410;p62">
            <a:extLst xmlns:a="http://schemas.openxmlformats.org/drawingml/2006/main">
              <a:ext uri="{FF2B5EF4-FFF2-40B4-BE49-F238E27FC236}">
                <a16:creationId xmlns:a16="http://schemas.microsoft.com/office/drawing/2014/main" id="{F4691D73-11AD-4F16-8BE7-171EB654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141" y="1351058"/>
            <a:ext cx="2331675" cy="308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" tIns="28575" rIns="28575" bIns="28575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 u="none" strike="noStrike" cap="none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CREWAI</a:t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11" name="Google Shape;411;p62">
            <a:extLst xmlns:a="http://schemas.openxmlformats.org/drawingml/2006/main">
              <a:ext uri="{FF2B5EF4-FFF2-40B4-BE49-F238E27FC236}">
                <a16:creationId xmlns:a16="http://schemas.microsoft.com/office/drawing/2014/main" id="{FF17203D-1254-481C-947B-86E304EF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680" y="1724025"/>
            <a:ext cx="233172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" tIns="28575" rIns="28575" bIns="28575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spcAft>
                <a:spcPts val="650"/>
              </a:spcAft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Framework having agents</a:t>
            </a:r>
          </a:p>
          <a:p xmlns:a="http://schemas.openxmlformats.org/drawingml/2006/main">
            <a:pPr algn="l">
              <a:spcAft>
                <a:spcPts val="650"/>
              </a:spcAft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CrewAI manages orchestration </a:t>
            </a:r>
          </a:p>
          <a:p xmlns:a="http://schemas.openxmlformats.org/drawingml/2006/main">
            <a:pPr algn="l">
              <a:spcAft>
                <a:spcPts val="650"/>
              </a:spcAft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Evaluates  one framework in this study</a:t>
            </a:r>
          </a:p>
        </p:txBody>
      </p:sp>
      <p:sp>
        <p:nvSpPr>
          <p:cNvPr id="412" name="Google Shape;412;p62">
            <a:extLst xmlns:a="http://schemas.openxmlformats.org/drawingml/2006/main">
              <a:ext uri="{FF2B5EF4-FFF2-40B4-BE49-F238E27FC236}">
                <a16:creationId xmlns:a16="http://schemas.microsoft.com/office/drawing/2014/main" id="{0E54225A-39A8-49BF-8854-0431A3E7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1" y="4068323"/>
            <a:ext cx="1817325" cy="592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6F8"/>
          </a:solidFill>
          <a:ln xmlns:a="http://schemas.openxmlformats.org/drawingml/2006/main" w="9525" cap="flat" cmpd="sng">
            <a:solidFill>
              <a:srgbClr val="AE005C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spcAft>
                <a:spcPts val="650"/>
              </a:spcAft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Assignment evidence</a:t>
            </a:r>
          </a:p>
        </p:txBody>
      </p:sp>
      <p:sp>
        <p:nvSpPr>
          <p:cNvPr id="413" name="Google Shape;413;p62">
            <a:extLst xmlns:a="http://schemas.openxmlformats.org/drawingml/2006/main">
              <a:ext uri="{FF2B5EF4-FFF2-40B4-BE49-F238E27FC236}">
                <a16:creationId xmlns:a16="http://schemas.microsoft.com/office/drawing/2014/main" id="{17EBEA4D-0124-42DB-A514-0CCD98CE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640" y="4236593"/>
            <a:ext cx="116550" cy="23670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AE005C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14" name="Google Shape;414;p62">
            <a:extLst xmlns:a="http://schemas.openxmlformats.org/drawingml/2006/main">
              <a:ext uri="{FF2B5EF4-FFF2-40B4-BE49-F238E27FC236}">
                <a16:creationId xmlns:a16="http://schemas.microsoft.com/office/drawing/2014/main" id="{79EEED5D-BF1A-439A-B50C-10FABD3E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22" y="4068323"/>
            <a:ext cx="1817325" cy="592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6F8"/>
          </a:solidFill>
          <a:ln xmlns:a="http://schemas.openxmlformats.org/drawingml/2006/main" w="9525" cap="flat" cmpd="sng">
            <a:solidFill>
              <a:srgbClr val="AE005C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spcAft>
                <a:spcPts val="650"/>
              </a:spcAft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Specialized agents</a:t>
            </a:r>
          </a:p>
        </p:txBody>
      </p:sp>
      <p:sp>
        <p:nvSpPr>
          <p:cNvPr id="415" name="Google Shape;415;p62">
            <a:extLst xmlns:a="http://schemas.openxmlformats.org/drawingml/2006/main">
              <a:ext uri="{FF2B5EF4-FFF2-40B4-BE49-F238E27FC236}">
                <a16:creationId xmlns:a16="http://schemas.microsoft.com/office/drawing/2014/main" id="{E637453A-CFC3-4BA9-B9D5-185C884B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040" y="4236593"/>
            <a:ext cx="116550" cy="23670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AE005C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16" name="Google Shape;416;p62">
            <a:extLst xmlns:a="http://schemas.openxmlformats.org/drawingml/2006/main">
              <a:ext uri="{FF2B5EF4-FFF2-40B4-BE49-F238E27FC236}">
                <a16:creationId xmlns:a16="http://schemas.microsoft.com/office/drawing/2014/main" id="{9FA63639-A022-452D-8774-8B4E1331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923" y="4068323"/>
            <a:ext cx="1817325" cy="592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6F8"/>
          </a:solidFill>
          <a:ln xmlns:a="http://schemas.openxmlformats.org/drawingml/2006/main" w="9525" cap="flat" cmpd="sng">
            <a:solidFill>
              <a:srgbClr val="AE005C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spcAft>
                <a:spcPts val="650"/>
              </a:spcAft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Rubric mapping</a:t>
            </a:r>
          </a:p>
        </p:txBody>
      </p:sp>
      <p:sp>
        <p:nvSpPr>
          <p:cNvPr id="417" name="Google Shape;417;p62">
            <a:extLst xmlns:a="http://schemas.openxmlformats.org/drawingml/2006/main">
              <a:ext uri="{FF2B5EF4-FFF2-40B4-BE49-F238E27FC236}">
                <a16:creationId xmlns:a16="http://schemas.microsoft.com/office/drawing/2014/main" id="{DAF1DE94-D878-4DC9-9DCE-FC95D95C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442" y="4236593"/>
            <a:ext cx="116550" cy="236700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AE005C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18" name="Google Shape;418;p62">
            <a:extLst xmlns:a="http://schemas.openxmlformats.org/drawingml/2006/main">
              <a:ext uri="{FF2B5EF4-FFF2-40B4-BE49-F238E27FC236}">
                <a16:creationId xmlns:a16="http://schemas.microsoft.com/office/drawing/2014/main" id="{DD8A3A1C-7214-42A8-AB5F-C3E16870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324" y="4068323"/>
            <a:ext cx="1817325" cy="592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6F8"/>
          </a:solidFill>
          <a:ln xmlns:a="http://schemas.openxmlformats.org/drawingml/2006/main" w="9525" cap="flat" cmpd="sng">
            <a:solidFill>
              <a:srgbClr val="AE005C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spcAft>
                <a:spcPts val="650"/>
              </a:spcAft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Score + feedback</a:t>
            </a:r>
          </a:p>
        </p:txBody>
      </p:sp>
    </p:spTree>
    <p:extLst>
      <p:ext uri="{BB962C8B-B14F-4D97-AF65-F5344CB8AC3E}">
        <p14:creationId xmlns:p14="http://schemas.microsoft.com/office/powerpoint/2010/main" val="6563274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3" name="Google Shape;423;p63">
            <a:extLst xmlns:a="http://schemas.openxmlformats.org/drawingml/2006/main">
              <a:ext uri="{FF2B5EF4-FFF2-40B4-BE49-F238E27FC236}">
                <a16:creationId xmlns:a16="http://schemas.microsoft.com/office/drawing/2014/main" id="{F6442346-95DE-4379-AF99-8C085273C4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5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5" name="Google Shape;425;p63">
            <a:extLst xmlns:a="http://schemas.openxmlformats.org/drawingml/2006/main">
              <a:ext uri="{FF2B5EF4-FFF2-40B4-BE49-F238E27FC236}">
                <a16:creationId xmlns:a16="http://schemas.microsoft.com/office/drawing/2014/main" id="{6E413F87-E1AD-401A-85AF-2ACBEDBA6C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426" name="Google Shape;426;p63">
            <a:extLst xmlns:a="http://schemas.openxmlformats.org/drawingml/2006/main">
              <a:ext uri="{FF2B5EF4-FFF2-40B4-BE49-F238E27FC236}">
                <a16:creationId xmlns:a16="http://schemas.microsoft.com/office/drawing/2014/main" id="{7CB7CD77-E4AC-4E36-A751-92E1163A24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427" name="Google Shape;427;p63">
            <a:extLst xmlns:a="http://schemas.openxmlformats.org/drawingml/2006/main">
              <a:ext uri="{FF2B5EF4-FFF2-40B4-BE49-F238E27FC236}">
                <a16:creationId xmlns:a16="http://schemas.microsoft.com/office/drawing/2014/main" id="{EE89FA08-4C16-4647-A9FB-50E75E2C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8" name="body-5-78-154">
            <a:extLst xmlns:a="http://schemas.openxmlformats.org/drawingml/2006/main">
              <a:ext uri="{FF2B5EF4-FFF2-40B4-BE49-F238E27FC236}">
                <a16:creationId xmlns:a16="http://schemas.microsoft.com/office/drawing/2014/main" id="{49CD5F44-ECD8-4F39-83DB-263C81B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68667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Machine Learning assignments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 involve both implementation and conceptual understanding.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Assignment evaluation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 requires checking multiple aspects of a student’s work.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Manual evaluation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 can become time-consuming for repeated student submissions.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Agentic AI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 provides a way to support complex, multi-step evaluation tasks.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This work explores </a:t>
            </a: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Agentic AI for automated evaluation of ML assignments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40371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2" name="Google Shape;432;p64">
            <a:extLst xmlns:a="http://schemas.openxmlformats.org/drawingml/2006/main">
              <a:ext uri="{FF2B5EF4-FFF2-40B4-BE49-F238E27FC236}">
                <a16:creationId xmlns:a16="http://schemas.microsoft.com/office/drawing/2014/main" id="{0E87641D-0A5E-4CD4-AF63-317C59C4EF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Motivation</a:t>
            </a:r>
            <a:endParaRPr sz="25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4" name="Google Shape;434;p64">
            <a:extLst xmlns:a="http://schemas.openxmlformats.org/drawingml/2006/main">
              <a:ext uri="{FF2B5EF4-FFF2-40B4-BE49-F238E27FC236}">
                <a16:creationId xmlns:a16="http://schemas.microsoft.com/office/drawing/2014/main" id="{950487A7-EF62-49C2-9768-0022E6D8F8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435" name="Google Shape;435;p64">
            <a:extLst xmlns:a="http://schemas.openxmlformats.org/drawingml/2006/main">
              <a:ext uri="{FF2B5EF4-FFF2-40B4-BE49-F238E27FC236}">
                <a16:creationId xmlns:a16="http://schemas.microsoft.com/office/drawing/2014/main" id="{70261BC4-C166-46E3-9D99-FB9CCEFD08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436" name="Google Shape;436;p64">
            <a:extLst xmlns:a="http://schemas.openxmlformats.org/drawingml/2006/main">
              <a:ext uri="{FF2B5EF4-FFF2-40B4-BE49-F238E27FC236}">
                <a16:creationId xmlns:a16="http://schemas.microsoft.com/office/drawing/2014/main" id="{E0F16480-70C3-48F3-B352-975B7C2F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37" name="Google Shape;437;p64">
            <a:extLst xmlns:a="http://schemas.openxmlformats.org/drawingml/2006/main">
              <a:ext uri="{FF2B5EF4-FFF2-40B4-BE49-F238E27FC236}">
                <a16:creationId xmlns:a16="http://schemas.microsoft.com/office/drawing/2014/main" id="{96F61659-90E0-432D-9DAB-A9755A65A4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0aa4aef5fd4b8f">
            <a:alphaModFix/>
          </a:blip>
          <a:srcRect xmlns:a="http://schemas.openxmlformats.org/drawingml/2006/main" l="6138" t="7150" r="56820" b="11779"/>
          <a:stretch xmlns:a="http://schemas.openxmlformats.org/drawingml/2006/main"/>
        </p:blipFill>
        <p:spPr>
          <a:xfrm xmlns:a="http://schemas.openxmlformats.org/drawingml/2006/main">
            <a:off x="6762750" y="1638300"/>
            <a:ext cx="2000250" cy="27879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8" name="body-6-78-155">
            <a:extLst xmlns:a="http://schemas.openxmlformats.org/drawingml/2006/main">
              <a:ext uri="{FF2B5EF4-FFF2-40B4-BE49-F238E27FC236}">
                <a16:creationId xmlns:a16="http://schemas.microsoft.com/office/drawing/2014/main" id="{3CEFDE2E-1D77-4ECC-A1FA-581B9A0B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810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12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Manual evaluation of ML assignments is time-consuming.</a:t>
            </a:r>
          </a:p>
          <a:p xmlns:a="http://schemas.openxmlformats.org/drawingml/2006/main">
            <a:pPr marL="165100" indent="-114300" algn="l">
              <a:spcAft>
                <a:spcPts val="12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Evaluation involves multiple technical criteria (preprocessing, model selection, implementation, metrics, results &amp; interpretation).</a:t>
            </a:r>
          </a:p>
          <a:p xmlns:a="http://schemas.openxmlformats.org/drawingml/2006/main">
            <a:pPr marL="165100" indent="-114300" algn="l">
              <a:spcAft>
                <a:spcPts val="12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Different evaluators may assign different scores.</a:t>
            </a:r>
          </a:p>
          <a:p xmlns:a="http://schemas.openxmlformats.org/drawingml/2006/main">
            <a:pPr marL="165100" indent="-114300" algn="l">
              <a:spcAft>
                <a:spcPts val="12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Limited evidence on Agentic AI evaluation of ML assignments.</a:t>
            </a:r>
          </a:p>
          <a:p xmlns:a="http://schemas.openxmlformats.org/drawingml/2006/main">
            <a:pPr marL="165100" indent="-114300" algn="l">
              <a:spcAft>
                <a:spcPts val="12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Need to validate AI evaluation against human grading.</a:t>
            </a:r>
          </a:p>
        </p:txBody>
      </p:sp>
    </p:spTree>
    <p:extLst>
      <p:ext uri="{BB962C8B-B14F-4D97-AF65-F5344CB8AC3E}">
        <p14:creationId xmlns:p14="http://schemas.microsoft.com/office/powerpoint/2010/main" val="371395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2" name="Google Shape;442;p65">
            <a:extLst xmlns:a="http://schemas.openxmlformats.org/drawingml/2006/main">
              <a:ext uri="{FF2B5EF4-FFF2-40B4-BE49-F238E27FC236}">
                <a16:creationId xmlns:a16="http://schemas.microsoft.com/office/drawing/2014/main" id="{EA92DAB9-DF43-47BA-A56F-53A7B69A92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Problem Definition</a:t>
            </a:r>
            <a:endParaRPr sz="25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44" name="Google Shape;444;p65">
            <a:extLst xmlns:a="http://schemas.openxmlformats.org/drawingml/2006/main">
              <a:ext uri="{FF2B5EF4-FFF2-40B4-BE49-F238E27FC236}">
                <a16:creationId xmlns:a16="http://schemas.microsoft.com/office/drawing/2014/main" id="{5731C58E-F8BA-4EF8-9ECF-2CBBC01F73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445" name="Google Shape;445;p65">
            <a:extLst xmlns:a="http://schemas.openxmlformats.org/drawingml/2006/main">
              <a:ext uri="{FF2B5EF4-FFF2-40B4-BE49-F238E27FC236}">
                <a16:creationId xmlns:a16="http://schemas.microsoft.com/office/drawing/2014/main" id="{5E10FFBC-603C-4632-94D7-E2E35FEB45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446" name="Google Shape;446;p65">
            <a:extLst xmlns:a="http://schemas.openxmlformats.org/drawingml/2006/main">
              <a:ext uri="{FF2B5EF4-FFF2-40B4-BE49-F238E27FC236}">
                <a16:creationId xmlns:a16="http://schemas.microsoft.com/office/drawing/2014/main" id="{7C23518A-1C78-49C9-9EB8-82CACBC1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7" name="body-7-78-154">
            <a:extLst xmlns:a="http://schemas.openxmlformats.org/drawingml/2006/main">
              <a:ext uri="{FF2B5EF4-FFF2-40B4-BE49-F238E27FC236}">
                <a16:creationId xmlns:a16="http://schemas.microsoft.com/office/drawing/2014/main" id="{245FA0D9-102F-41EE-839E-BF106F23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68667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Time-Consuming Evaluation: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 Manual evaluation requires significant expert effort.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Domain Specificity: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 Require evaluation of technical and section-wise criteria.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Rubric Compliance: 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AI may not consistently follow ML-specific evaluation criteria.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Scoring Reliability: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 AI-generated scores may differ from human grading.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Limited Validation: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 Lack of systematic validation of Agentic AI on human-graded ML assignments.</a:t>
            </a:r>
          </a:p>
        </p:txBody>
      </p:sp>
    </p:spTree>
    <p:extLst>
      <p:ext uri="{BB962C8B-B14F-4D97-AF65-F5344CB8AC3E}">
        <p14:creationId xmlns:p14="http://schemas.microsoft.com/office/powerpoint/2010/main" val="21199776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1" name="Google Shape;451;p66">
            <a:extLst xmlns:a="http://schemas.openxmlformats.org/drawingml/2006/main">
              <a:ext uri="{FF2B5EF4-FFF2-40B4-BE49-F238E27FC236}">
                <a16:creationId xmlns:a16="http://schemas.microsoft.com/office/drawing/2014/main" id="{E6EFC0BF-EABE-492B-B591-956A7F6A75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Objectives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3" name="Google Shape;453;p66">
            <a:extLst xmlns:a="http://schemas.openxmlformats.org/drawingml/2006/main">
              <a:ext uri="{FF2B5EF4-FFF2-40B4-BE49-F238E27FC236}">
                <a16:creationId xmlns:a16="http://schemas.microsoft.com/office/drawing/2014/main" id="{951C995E-1DD9-4748-9910-C1BC3B6A87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454" name="Google Shape;454;p66">
            <a:extLst xmlns:a="http://schemas.openxmlformats.org/drawingml/2006/main">
              <a:ext uri="{FF2B5EF4-FFF2-40B4-BE49-F238E27FC236}">
                <a16:creationId xmlns:a16="http://schemas.microsoft.com/office/drawing/2014/main" id="{81F060D6-10F0-48FC-9F2E-CCEA26DC52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455" name="Google Shape;455;p66">
            <a:extLst xmlns:a="http://schemas.openxmlformats.org/drawingml/2006/main">
              <a:ext uri="{FF2B5EF4-FFF2-40B4-BE49-F238E27FC236}">
                <a16:creationId xmlns:a16="http://schemas.microsoft.com/office/drawing/2014/main" id="{58C2ACA5-0CFC-4C84-A48F-F540A08B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6" name="body-8-78-154">
            <a:extLst xmlns:a="http://schemas.openxmlformats.org/drawingml/2006/main">
              <a:ext uri="{FF2B5EF4-FFF2-40B4-BE49-F238E27FC236}">
                <a16:creationId xmlns:a16="http://schemas.microsoft.com/office/drawing/2014/main" id="{A0B0924E-46CD-404A-AC7C-E047D6DC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68667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Develop a rubric for structured evaluation of ML assignments.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Configure CrewAI to evaluate ML assignments using the rubric.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Compare AI-generated scores with human grades.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Measure scoring accuracy and consistency.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Identify rubric-specific evaluation errors.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Identify, document, and analyze the systematic deficiencies, and error rates of these frameworks.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Conduct a detailed statistical comparative analysis between AI-generated feedback and human evaluator scores.</a:t>
            </a:r>
          </a:p>
        </p:txBody>
      </p:sp>
    </p:spTree>
    <p:extLst>
      <p:ext uri="{BB962C8B-B14F-4D97-AF65-F5344CB8AC3E}">
        <p14:creationId xmlns:p14="http://schemas.microsoft.com/office/powerpoint/2010/main" val="7609110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0" name="Google Shape;460;p67">
            <a:extLst xmlns:a="http://schemas.openxmlformats.org/drawingml/2006/main">
              <a:ext uri="{FF2B5EF4-FFF2-40B4-BE49-F238E27FC236}">
                <a16:creationId xmlns:a16="http://schemas.microsoft.com/office/drawing/2014/main" id="{D7039AEC-1153-4D73-BE30-016AB0F247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Research Challenges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2" name="Google Shape;462;p67">
            <a:extLst xmlns:a="http://schemas.openxmlformats.org/drawingml/2006/main">
              <a:ext uri="{FF2B5EF4-FFF2-40B4-BE49-F238E27FC236}">
                <a16:creationId xmlns:a16="http://schemas.microsoft.com/office/drawing/2014/main" id="{AAD6D76A-9F2F-4856-A6E2-23CB05BB7B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463" name="Google Shape;463;p67">
            <a:extLst xmlns:a="http://schemas.openxmlformats.org/drawingml/2006/main">
              <a:ext uri="{FF2B5EF4-FFF2-40B4-BE49-F238E27FC236}">
                <a16:creationId xmlns:a16="http://schemas.microsoft.com/office/drawing/2014/main" id="{8DDE9582-003E-4F90-A505-DEDF8E1261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464" name="Google Shape;464;p67">
            <a:extLst xmlns:a="http://schemas.openxmlformats.org/drawingml/2006/main">
              <a:ext uri="{FF2B5EF4-FFF2-40B4-BE49-F238E27FC236}">
                <a16:creationId xmlns:a16="http://schemas.microsoft.com/office/drawing/2014/main" id="{7CD4A1BA-A73A-4599-AEFF-C89B7DA3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5" name="body-9-78-146">
            <a:extLst xmlns:a="http://schemas.openxmlformats.org/drawingml/2006/main">
              <a:ext uri="{FF2B5EF4-FFF2-40B4-BE49-F238E27FC236}">
                <a16:creationId xmlns:a16="http://schemas.microsoft.com/office/drawing/2014/main" id="{94403681-021C-4A87-9A29-507C2656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81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Domain-Specific Rubric Design</a:t>
            </a:r>
          </a:p>
        </p:txBody>
      </p:sp>
      <p:sp>
        <p:nvSpPr>
          <p:cNvPr id="466" name="body-9-78-174">
            <a:extLst xmlns:a="http://schemas.openxmlformats.org/drawingml/2006/main">
              <a:ext uri="{FF2B5EF4-FFF2-40B4-BE49-F238E27FC236}">
                <a16:creationId xmlns:a16="http://schemas.microsoft.com/office/drawing/2014/main" id="{73045F6F-06F8-404B-9F29-37DFAC5F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Developing clear and well-defined evaluation criteria specifically for ML assignments.</a:t>
            </a:r>
          </a:p>
        </p:txBody>
      </p:sp>
      <p:sp>
        <p:nvSpPr>
          <p:cNvPr id="467" name="body-9-78-213">
            <a:extLst xmlns:a="http://schemas.openxmlformats.org/drawingml/2006/main">
              <a:ext uri="{FF2B5EF4-FFF2-40B4-BE49-F238E27FC236}">
                <a16:creationId xmlns:a16="http://schemas.microsoft.com/office/drawing/2014/main" id="{15674E4B-9AD0-423A-81F2-20ADE6A0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781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Section-Wise Evaluation</a:t>
            </a:r>
          </a:p>
        </p:txBody>
      </p:sp>
      <p:sp>
        <p:nvSpPr>
          <p:cNvPr id="468" name="body-9-78-241">
            <a:extLst xmlns:a="http://schemas.openxmlformats.org/drawingml/2006/main">
              <a:ext uri="{FF2B5EF4-FFF2-40B4-BE49-F238E27FC236}">
                <a16:creationId xmlns:a16="http://schemas.microsoft.com/office/drawing/2014/main" id="{27FC4647-8049-45FC-A30A-CCEF0DF7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Ensuring each assignment section is evaluated according to its corresponding rubric criteria.</a:t>
            </a:r>
          </a:p>
        </p:txBody>
      </p:sp>
      <p:sp>
        <p:nvSpPr>
          <p:cNvPr id="469" name="body-9-78-280">
            <a:extLst xmlns:a="http://schemas.openxmlformats.org/drawingml/2006/main">
              <a:ext uri="{FF2B5EF4-FFF2-40B4-BE49-F238E27FC236}">
                <a16:creationId xmlns:a16="http://schemas.microsoft.com/office/drawing/2014/main" id="{86FA4255-6ED9-4713-9C1B-C70AA67E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781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AI–Human Score Comparison</a:t>
            </a:r>
          </a:p>
        </p:txBody>
      </p:sp>
      <p:sp>
        <p:nvSpPr>
          <p:cNvPr id="470" name="body-9-78-308">
            <a:extLst xmlns:a="http://schemas.openxmlformats.org/drawingml/2006/main">
              <a:ext uri="{FF2B5EF4-FFF2-40B4-BE49-F238E27FC236}">
                <a16:creationId xmlns:a16="http://schemas.microsoft.com/office/drawing/2014/main" id="{CBC599AB-E38E-4853-AA31-379A6730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Quantitatively comparing CrewAI-generated scores with human-assigned grades.</a:t>
            </a:r>
          </a:p>
        </p:txBody>
      </p:sp>
      <p:sp>
        <p:nvSpPr>
          <p:cNvPr id="471" name="body-9-78-347">
            <a:extLst xmlns:a="http://schemas.openxmlformats.org/drawingml/2006/main">
              <a:ext uri="{FF2B5EF4-FFF2-40B4-BE49-F238E27FC236}">
                <a16:creationId xmlns:a16="http://schemas.microsoft.com/office/drawing/2014/main" id="{5004ED97-F5E9-40AD-A6AB-02351D7B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05175"/>
            <a:ext cx="781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Cross-Submission Consistency</a:t>
            </a:r>
          </a:p>
        </p:txBody>
      </p:sp>
      <p:sp>
        <p:nvSpPr>
          <p:cNvPr id="472" name="body-9-78-375">
            <a:extLst xmlns:a="http://schemas.openxmlformats.org/drawingml/2006/main">
              <a:ext uri="{FF2B5EF4-FFF2-40B4-BE49-F238E27FC236}">
                <a16:creationId xmlns:a16="http://schemas.microsoft.com/office/drawing/2014/main" id="{BEE411DC-C50E-467C-BBBB-58DB901E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Ensuring consistent evaluation across multiple students submitting the same assignment.</a:t>
            </a:r>
          </a:p>
        </p:txBody>
      </p:sp>
      <p:sp>
        <p:nvSpPr>
          <p:cNvPr id="473" name="body-9-78-414">
            <a:extLst xmlns:a="http://schemas.openxmlformats.org/drawingml/2006/main">
              <a:ext uri="{FF2B5EF4-FFF2-40B4-BE49-F238E27FC236}">
                <a16:creationId xmlns:a16="http://schemas.microsoft.com/office/drawing/2014/main" id="{DA621EDE-BA9C-499A-BF9F-5072A3CE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781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Rubric Alignment &amp; Error Detection</a:t>
            </a:r>
          </a:p>
        </p:txBody>
      </p:sp>
      <p:sp>
        <p:nvSpPr>
          <p:cNvPr id="474" name="body-9-78-442">
            <a:extLst xmlns:a="http://schemas.openxmlformats.org/drawingml/2006/main">
              <a:ext uri="{FF2B5EF4-FFF2-40B4-BE49-F238E27FC236}">
                <a16:creationId xmlns:a16="http://schemas.microsoft.com/office/drawing/2014/main" id="{2977E5DC-6A70-40C8-974E-E39466EA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Identifying deviations from rubric criteria and detecting errors in AI-generated evaluation.</a:t>
            </a:r>
          </a:p>
        </p:txBody>
      </p:sp>
    </p:spTree>
    <p:extLst>
      <p:ext uri="{BB962C8B-B14F-4D97-AF65-F5344CB8AC3E}">
        <p14:creationId xmlns:p14="http://schemas.microsoft.com/office/powerpoint/2010/main" val="7239667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9" name="Google Shape;469;p68">
            <a:extLst xmlns:a="http://schemas.openxmlformats.org/drawingml/2006/main">
              <a:ext uri="{FF2B5EF4-FFF2-40B4-BE49-F238E27FC236}">
                <a16:creationId xmlns:a16="http://schemas.microsoft.com/office/drawing/2014/main" id="{E1C27B0B-6D18-4705-BF59-AE9C3BAA5E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Literature Review Resources</a:t>
            </a:r>
            <a:endParaRPr sz="25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0" name="Google Shape;470;p68">
            <a:extLst xmlns:a="http://schemas.openxmlformats.org/drawingml/2006/main">
              <a:ext uri="{FF2B5EF4-FFF2-40B4-BE49-F238E27FC236}">
                <a16:creationId xmlns:a16="http://schemas.microsoft.com/office/drawing/2014/main" id="{D44BCFBA-04B2-469B-ABC7-A66E225DEC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1" name="Google Shape;471;p68">
            <a:extLst xmlns:a="http://schemas.openxmlformats.org/drawingml/2006/main">
              <a:ext uri="{FF2B5EF4-FFF2-40B4-BE49-F238E27FC236}">
                <a16:creationId xmlns:a16="http://schemas.microsoft.com/office/drawing/2014/main" id="{963DB5F1-C6F1-45CF-A014-2F653AD2F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473" name="Google Shape;473;p68">
            <a:extLst xmlns:a="http://schemas.openxmlformats.org/drawingml/2006/main">
              <a:ext uri="{FF2B5EF4-FFF2-40B4-BE49-F238E27FC236}">
                <a16:creationId xmlns:a16="http://schemas.microsoft.com/office/drawing/2014/main" id="{7E35AAC4-2CFA-44E7-9665-8DD29855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17BDEC74-785B-471B-8905-B1C1174CCD6C}"/>
              </a:ext>
            </a:extLst>
          </p:cNvPr>
          <p:cNvGraphicFramePr/>
          <p:nvPr/>
        </p:nvGraphicFramePr>
        <p:xfrm>
          <a:off xmlns:a="http://schemas.openxmlformats.org/drawingml/2006/main" x="400050" y="1362075"/>
          <a:ext xmlns:a="http://schemas.openxmlformats.org/drawingml/2006/main" cx="83439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"/>
                <a:gridCol w="2571750"/>
                <a:gridCol w="1619250"/>
                <a:gridCol w="2647950"/>
                <a:gridCol w="1047750"/>
              </a:tblGrid>
              <a:tr h="5143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Sl No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Title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Conference/Journal/Book/Website (Impact factor &amp; Link)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Year of Publication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</a:tr>
              <a:tr h="8953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Systematic Review of Pretrained Models in Automated Essay Scoring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Ahmed M. Elmassry, et al.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Conference: IEEE Conference Proceedings (Impact Factor: N/A (Conference Proceedings)) Link: https://ieeexplore.ieee.org/document/11062635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  <a:tr h="8953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 LLM-based hybrid approach for enhanced automated essay scoring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John Atkinson, Diego Palma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Journal: Scientific Reports (Nature Portfolio) (https://doi.org/10.1038/s41598-025-87862-3, Impact Factor: 3.8 (Q1))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Multi-Agent LLM Collaboration for Adaptive Code Review, Debugging, and Security Analysis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Tanush Sharanarthi, Sreenidhi Polineni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Conference: IEEE Conference Proceedings (Impact Factor: N/A (Conference Proceedings)) Link: https://ieeexplore.ieee.org/document/11135756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088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65310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8" name="Google Shape;478;p69">
            <a:extLst xmlns:a="http://schemas.openxmlformats.org/drawingml/2006/main">
              <a:ext uri="{FF2B5EF4-FFF2-40B4-BE49-F238E27FC236}">
                <a16:creationId xmlns:a16="http://schemas.microsoft.com/office/drawing/2014/main" id="{5D531F1F-DD0C-4D71-B5D7-A373E1C81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Literature Review Resources</a:t>
            </a:r>
            <a:endParaRPr sz="25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9" name="Google Shape;479;p69">
            <a:extLst xmlns:a="http://schemas.openxmlformats.org/drawingml/2006/main">
              <a:ext uri="{FF2B5EF4-FFF2-40B4-BE49-F238E27FC236}">
                <a16:creationId xmlns:a16="http://schemas.microsoft.com/office/drawing/2014/main" id="{DE5DDF06-8E85-4F05-9FCE-0988CDBDA1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0" name="Google Shape;480;p69">
            <a:extLst xmlns:a="http://schemas.openxmlformats.org/drawingml/2006/main">
              <a:ext uri="{FF2B5EF4-FFF2-40B4-BE49-F238E27FC236}">
                <a16:creationId xmlns:a16="http://schemas.microsoft.com/office/drawing/2014/main" id="{539E5E54-99F7-46DB-951D-536BD403F3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482" name="Google Shape;482;p69">
            <a:extLst xmlns:a="http://schemas.openxmlformats.org/drawingml/2006/main">
              <a:ext uri="{FF2B5EF4-FFF2-40B4-BE49-F238E27FC236}">
                <a16:creationId xmlns:a16="http://schemas.microsoft.com/office/drawing/2014/main" id="{3CA91F31-F955-46BA-A83B-9BD82E85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A85B23A0-2E79-4641-89D3-90A5DD3E4431}"/>
              </a:ext>
            </a:extLst>
          </p:cNvPr>
          <p:cNvGraphicFramePr/>
          <p:nvPr/>
        </p:nvGraphicFramePr>
        <p:xfrm>
          <a:off xmlns:a="http://schemas.openxmlformats.org/drawingml/2006/main" x="400050" y="1362075"/>
          <a:ext xmlns:a="http://schemas.openxmlformats.org/drawingml/2006/main" cx="83439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"/>
                <a:gridCol w="2571750"/>
                <a:gridCol w="1619250"/>
                <a:gridCol w="2647950"/>
                <a:gridCol w="1047750"/>
              </a:tblGrid>
              <a:tr h="5143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Sl No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Title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Conference/Journal/Book/Website (Impact factor &amp; Link)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Year of Publication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</a:tr>
              <a:tr h="117157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Multi-Agent-as-Judge: Aligning LLM-Agent-Based Automated Evaluation with Multi-Dimensional Human Evaluation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Jiaju Chen et al.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Conference: 64th Annual Meeting of the Association for Computational Linguistics (ACL 2026) Impact Factor: N/A https://aclanthology.org/2026.acl-long.790.pdf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  <a:tr h="117157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LLM-Rubric: A Multidimensional, Calibrated Approach to Automated Evaluation of Natural Language Texts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Helia Hashemi et al.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Conference:62nd Annual Meeting of the Association for Computational Linguistics (ACL 2024) Impact Factor: N/A https://aclanthology.org/2024.acl-long.745/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93058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7" name="Google Shape;487;p70">
            <a:extLst xmlns:a="http://schemas.openxmlformats.org/drawingml/2006/main">
              <a:ext uri="{FF2B5EF4-FFF2-40B4-BE49-F238E27FC236}">
                <a16:creationId xmlns:a16="http://schemas.microsoft.com/office/drawing/2014/main" id="{D70D4883-4A18-4C6B-96DC-B10AB3AEC8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Summary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9" name="Google Shape;489;p70">
            <a:extLst xmlns:a="http://schemas.openxmlformats.org/drawingml/2006/main">
              <a:ext uri="{FF2B5EF4-FFF2-40B4-BE49-F238E27FC236}">
                <a16:creationId xmlns:a16="http://schemas.microsoft.com/office/drawing/2014/main" id="{9303F0FC-79A2-4C0C-920C-9650FADE3B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490" name="Google Shape;490;p70">
            <a:extLst xmlns:a="http://schemas.openxmlformats.org/drawingml/2006/main">
              <a:ext uri="{FF2B5EF4-FFF2-40B4-BE49-F238E27FC236}">
                <a16:creationId xmlns:a16="http://schemas.microsoft.com/office/drawing/2014/main" id="{7882B1C5-4246-4DC1-BF85-0A8C45214A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491" name="Google Shape;491;p70">
            <a:extLst xmlns:a="http://schemas.openxmlformats.org/drawingml/2006/main">
              <a:ext uri="{FF2B5EF4-FFF2-40B4-BE49-F238E27FC236}">
                <a16:creationId xmlns:a16="http://schemas.microsoft.com/office/drawing/2014/main" id="{1756F9B9-0253-484A-B166-9E483B70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2" name="body-12-78-154">
            <a:extLst xmlns:a="http://schemas.openxmlformats.org/drawingml/2006/main">
              <a:ext uri="{FF2B5EF4-FFF2-40B4-BE49-F238E27FC236}">
                <a16:creationId xmlns:a16="http://schemas.microsoft.com/office/drawing/2014/main" id="{F45FB19B-8E66-4D6E-A310-8DA03821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68667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Multi-agent systems support </a:t>
            </a: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structured evaluation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Rubric-based LLMs show </a:t>
            </a: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human-aligned evaluation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LLMs perform well in </a:t>
            </a: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educational assessment tasks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Multi-agent workflows can improve </a:t>
            </a: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consistency and reasoning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Long documents remain challenging due to </a:t>
            </a: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context limitations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Reliable evaluation of </a:t>
            </a: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large documents</a:t>
            </a: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 is still an open problem.</a:t>
            </a:r>
          </a:p>
        </p:txBody>
      </p:sp>
    </p:spTree>
    <p:extLst>
      <p:ext uri="{BB962C8B-B14F-4D97-AF65-F5344CB8AC3E}">
        <p14:creationId xmlns:p14="http://schemas.microsoft.com/office/powerpoint/2010/main" val="12875426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6" name="Google Shape;496;p71">
            <a:extLst xmlns:a="http://schemas.openxmlformats.org/drawingml/2006/main">
              <a:ext uri="{FF2B5EF4-FFF2-40B4-BE49-F238E27FC236}">
                <a16:creationId xmlns:a16="http://schemas.microsoft.com/office/drawing/2014/main" id="{4859EE8F-779B-4293-8AE5-8F05AAED9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Research Gaps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98" name="Google Shape;498;p71">
            <a:extLst xmlns:a="http://schemas.openxmlformats.org/drawingml/2006/main">
              <a:ext uri="{FF2B5EF4-FFF2-40B4-BE49-F238E27FC236}">
                <a16:creationId xmlns:a16="http://schemas.microsoft.com/office/drawing/2014/main" id="{41A8670E-9304-43AB-AB06-5C8E0D9972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499" name="Google Shape;499;p71">
            <a:extLst xmlns:a="http://schemas.openxmlformats.org/drawingml/2006/main">
              <a:ext uri="{FF2B5EF4-FFF2-40B4-BE49-F238E27FC236}">
                <a16:creationId xmlns:a16="http://schemas.microsoft.com/office/drawing/2014/main" id="{BDCEB1C1-2507-40BE-BA34-EF2746E533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500" name="Google Shape;500;p71">
            <a:extLst xmlns:a="http://schemas.openxmlformats.org/drawingml/2006/main">
              <a:ext uri="{FF2B5EF4-FFF2-40B4-BE49-F238E27FC236}">
                <a16:creationId xmlns:a16="http://schemas.microsoft.com/office/drawing/2014/main" id="{E0701CCC-9EAB-4E32-95E0-7F9ABFC6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1" name="body-13-78-154">
            <a:extLst xmlns:a="http://schemas.openxmlformats.org/drawingml/2006/main">
              <a:ext uri="{FF2B5EF4-FFF2-40B4-BE49-F238E27FC236}">
                <a16:creationId xmlns:a16="http://schemas.microsoft.com/office/drawing/2014/main" id="{3425D727-E62D-4A43-93EB-B3E1EEA6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68667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Limited validation of agentic AI on ML-specific assignments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Lack of domain-specific and section-wise rubrics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Limited AI-human score comparison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Limited analysis of evaluation consistency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Insufficient error-level analysis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Lack of ML-specific reliability benchmarking</a:t>
            </a:r>
          </a:p>
        </p:txBody>
      </p:sp>
    </p:spTree>
    <p:extLst>
      <p:ext uri="{BB962C8B-B14F-4D97-AF65-F5344CB8AC3E}">
        <p14:creationId xmlns:p14="http://schemas.microsoft.com/office/powerpoint/2010/main" val="57426006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5" name="Google Shape;505;p72">
            <a:extLst xmlns:a="http://schemas.openxmlformats.org/drawingml/2006/main">
              <a:ext uri="{FF2B5EF4-FFF2-40B4-BE49-F238E27FC236}">
                <a16:creationId xmlns:a16="http://schemas.microsoft.com/office/drawing/2014/main" id="{74183118-0C79-4099-A6CE-E18B169141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Innovation &amp; Novelty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07" name="Google Shape;507;p72">
            <a:extLst xmlns:a="http://schemas.openxmlformats.org/drawingml/2006/main">
              <a:ext uri="{FF2B5EF4-FFF2-40B4-BE49-F238E27FC236}">
                <a16:creationId xmlns:a16="http://schemas.microsoft.com/office/drawing/2014/main" id="{F0143282-4A5D-4BD9-B2C4-CED9D7182C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508" name="Google Shape;508;p72">
            <a:extLst xmlns:a="http://schemas.openxmlformats.org/drawingml/2006/main">
              <a:ext uri="{FF2B5EF4-FFF2-40B4-BE49-F238E27FC236}">
                <a16:creationId xmlns:a16="http://schemas.microsoft.com/office/drawing/2014/main" id="{B0161F8C-A64D-4D8F-A64E-6D53F2CF6F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509" name="Google Shape;509;p72">
            <a:extLst xmlns:a="http://schemas.openxmlformats.org/drawingml/2006/main">
              <a:ext uri="{FF2B5EF4-FFF2-40B4-BE49-F238E27FC236}">
                <a16:creationId xmlns:a16="http://schemas.microsoft.com/office/drawing/2014/main" id="{6A02A456-B741-4458-9E41-FA22BDA6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0" name="Google Shape;510;p72">
            <a:extLst xmlns:a="http://schemas.openxmlformats.org/drawingml/2006/main">
              <a:ext uri="{FF2B5EF4-FFF2-40B4-BE49-F238E27FC236}">
                <a16:creationId xmlns:a16="http://schemas.microsoft.com/office/drawing/2014/main" id="{D3F55E8B-06D7-48BD-BB44-A0FFF38B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35" y="2266950"/>
            <a:ext cx="2150078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7625" tIns="47625" rIns="47625" bIns="47625" anchor="t">
            <a:noAutofit/>
          </a:bodyPr>
          <a:lstStyle xmlns:a="http://schemas.openxmlformats.org/drawingml/2006/main">
            <a:defPPr algn="ctr"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spcAft>
                <a:spcPts val="450"/>
              </a:spcAft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1. ML-Specific Evaluation</a:t>
            </a:r>
          </a:p>
          <a:p xmlns:a="http://schemas.openxmlformats.org/drawingml/2006/main">
            <a:pPr algn="ctr">
              <a:spcAft>
                <a:spcPts val="450"/>
              </a:spcAft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Evaluation tailored to assignment structure and criteria.</a:t>
            </a:r>
          </a:p>
        </p:txBody>
      </p:sp>
      <p:sp>
        <p:nvSpPr>
          <p:cNvPr id="511" name="Google Shape;511;p72">
            <a:extLst xmlns:a="http://schemas.openxmlformats.org/drawingml/2006/main">
              <a:ext uri="{FF2B5EF4-FFF2-40B4-BE49-F238E27FC236}">
                <a16:creationId xmlns:a16="http://schemas.microsoft.com/office/drawing/2014/main" id="{EB2B0DC8-78B0-4AE3-A469-2D4C02E2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233" y="2266950"/>
            <a:ext cx="2247519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7625" tIns="47625" rIns="47625" bIns="47625" anchor="t">
            <a:noAutofit/>
          </a:bodyPr>
          <a:lstStyle xmlns:a="http://schemas.openxmlformats.org/drawingml/2006/main">
            <a:defPPr algn="ctr"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spcAft>
                <a:spcPts val="450"/>
              </a:spcAft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2. Structured Rubric</a:t>
            </a:r>
          </a:p>
          <a:p xmlns:a="http://schemas.openxmlformats.org/drawingml/2006/main">
            <a:pPr algn="ctr">
              <a:spcAft>
                <a:spcPts val="450"/>
              </a:spcAft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Section-wise rubric for consistent  assignment assessment.</a:t>
            </a:r>
          </a:p>
        </p:txBody>
      </p:sp>
      <p:sp>
        <p:nvSpPr>
          <p:cNvPr id="512" name="Google Shape;512;p72">
            <a:extLst xmlns:a="http://schemas.openxmlformats.org/drawingml/2006/main">
              <a:ext uri="{FF2B5EF4-FFF2-40B4-BE49-F238E27FC236}">
                <a16:creationId xmlns:a16="http://schemas.microsoft.com/office/drawing/2014/main" id="{ECF7E065-B923-4288-8B03-7D753ED5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971" y="2266950"/>
            <a:ext cx="2247519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7625" tIns="47625" rIns="47625" bIns="47625" anchor="t">
            <a:noAutofit/>
          </a:bodyPr>
          <a:lstStyle xmlns:a="http://schemas.openxmlformats.org/drawingml/2006/main">
            <a:defPPr algn="ctr"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spcAft>
                <a:spcPts val="450"/>
              </a:spcAft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3. Human-AI Validation</a:t>
            </a:r>
          </a:p>
          <a:p xmlns:a="http://schemas.openxmlformats.org/drawingml/2006/main">
            <a:pPr algn="ctr">
              <a:spcAft>
                <a:spcPts val="450"/>
              </a:spcAft>
              <a:buNone/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Comparison of CrewAI scores with human grades.</a:t>
            </a:r>
          </a:p>
        </p:txBody>
      </p:sp>
      <p:pic>
        <p:nvPicPr>
          <p:cNvPr id="513" name="Google Shape;513;p72">
            <a:extLst xmlns:a="http://schemas.openxmlformats.org/drawingml/2006/main">
              <a:ext uri="{FF2B5EF4-FFF2-40B4-BE49-F238E27FC236}">
                <a16:creationId xmlns:a16="http://schemas.microsoft.com/office/drawing/2014/main" id="{AFBB9447-B3BD-4B21-B0B6-CA0C1B3C5D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8b008e641d41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87724" y="1984714"/>
            <a:ext cx="478631" cy="3254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14" name="Google Shape;514;p72">
            <a:extLst xmlns:a="http://schemas.openxmlformats.org/drawingml/2006/main">
              <a:ext uri="{FF2B5EF4-FFF2-40B4-BE49-F238E27FC236}">
                <a16:creationId xmlns:a16="http://schemas.microsoft.com/office/drawing/2014/main" id="{FFC6665F-50B1-457E-AC3B-2A7ADD3BC1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6c7098558b454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244250" y="1965469"/>
            <a:ext cx="357188" cy="317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15" name="Google Shape;515;p72">
            <a:extLst xmlns:a="http://schemas.openxmlformats.org/drawingml/2006/main">
              <a:ext uri="{FF2B5EF4-FFF2-40B4-BE49-F238E27FC236}">
                <a16:creationId xmlns:a16="http://schemas.microsoft.com/office/drawing/2014/main" id="{FDFD927A-303D-4E43-A9C1-2CF12B2488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430e79e925442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60294" y="1969054"/>
            <a:ext cx="478631" cy="3888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16" name="body-14-76-143">
            <a:extLst xmlns:a="http://schemas.openxmlformats.org/drawingml/2006/main">
              <a:ext uri="{FF2B5EF4-FFF2-40B4-BE49-F238E27FC236}">
                <a16:creationId xmlns:a16="http://schemas.microsoft.com/office/drawing/2014/main" id="{F5858B90-0FE9-4D31-96C2-0220227E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7753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“Domain-specific rubric-based evaluation of ML assignments using Agentic AI and validation against human grading.”</a:t>
            </a:r>
          </a:p>
        </p:txBody>
      </p:sp>
      <p:sp>
        <p:nvSpPr>
          <p:cNvPr id="517" name="body-14-76-370">
            <a:extLst xmlns:a="http://schemas.openxmlformats.org/drawingml/2006/main">
              <a:ext uri="{FF2B5EF4-FFF2-40B4-BE49-F238E27FC236}">
                <a16:creationId xmlns:a16="http://schemas.microsoft.com/office/drawing/2014/main" id="{B7D108F0-B624-472C-A6EE-DC4B6D5A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753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600"/>
              </a:spcAft>
              <a:buChar char="•"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Identifies rubric misalignment and scoring errors.</a:t>
            </a:r>
          </a:p>
          <a:p xmlns:a="http://schemas.openxmlformats.org/drawingml/2006/main">
            <a:pPr marL="165100" indent="-114300" algn="l">
              <a:spcAft>
                <a:spcPts val="600"/>
              </a:spcAft>
              <a:buChar char="•"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Measures AI–human agreement and consistency.</a:t>
            </a:r>
          </a:p>
          <a:p xmlns:a="http://schemas.openxmlformats.org/drawingml/2006/main">
            <a:pPr marL="165100" indent="-114300" algn="l">
              <a:spcAft>
                <a:spcPts val="600"/>
              </a:spcAft>
              <a:buChar char="•"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Quantitative Evaluation: Measures agreement, correlation, error and consistency with human evaluations.</a:t>
            </a:r>
          </a:p>
        </p:txBody>
      </p:sp>
    </p:spTree>
    <p:extLst>
      <p:ext uri="{BB962C8B-B14F-4D97-AF65-F5344CB8AC3E}">
        <p14:creationId xmlns:p14="http://schemas.microsoft.com/office/powerpoint/2010/main" val="3914639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0" name="Google Shape;520;p73">
            <a:extLst xmlns:a="http://schemas.openxmlformats.org/drawingml/2006/main">
              <a:ext uri="{FF2B5EF4-FFF2-40B4-BE49-F238E27FC236}">
                <a16:creationId xmlns:a16="http://schemas.microsoft.com/office/drawing/2014/main" id="{E08006F8-216C-49A6-A931-9E25A560AB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2" name="Google Shape;522;p73">
            <a:extLst xmlns:a="http://schemas.openxmlformats.org/drawingml/2006/main">
              <a:ext uri="{FF2B5EF4-FFF2-40B4-BE49-F238E27FC236}">
                <a16:creationId xmlns:a16="http://schemas.microsoft.com/office/drawing/2014/main" id="{719142FA-08F9-4300-A59E-B6622814A7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523" name="Google Shape;523;p73">
            <a:extLst xmlns:a="http://schemas.openxmlformats.org/drawingml/2006/main">
              <a:ext uri="{FF2B5EF4-FFF2-40B4-BE49-F238E27FC236}">
                <a16:creationId xmlns:a16="http://schemas.microsoft.com/office/drawing/2014/main" id="{0D5F5F1C-822F-40AF-A767-9C463A2324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524" name="Google Shape;524;p73">
            <a:extLst xmlns:a="http://schemas.openxmlformats.org/drawingml/2006/main">
              <a:ext uri="{FF2B5EF4-FFF2-40B4-BE49-F238E27FC236}">
                <a16:creationId xmlns:a16="http://schemas.microsoft.com/office/drawing/2014/main" id="{387F56DA-AD28-439B-B989-DA9FFC3F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5" name="body-15-76-143">
            <a:extLst xmlns:a="http://schemas.openxmlformats.org/drawingml/2006/main">
              <a:ext uri="{FF2B5EF4-FFF2-40B4-BE49-F238E27FC236}">
                <a16:creationId xmlns:a16="http://schemas.microsoft.com/office/drawing/2014/main" id="{8A5D6613-4129-4301-A96F-E469FCB2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7753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“Develop a CrewAI-based evaluation framework for structured ML assignments using a domain-specific rubric and human-graded reference assignments.”</a:t>
            </a:r>
          </a:p>
        </p:txBody>
      </p:sp>
      <p:sp>
        <p:nvSpPr>
          <p:cNvPr id="526" name="body-15-76-221">
            <a:extLst xmlns:a="http://schemas.openxmlformats.org/drawingml/2006/main">
              <a:ext uri="{FF2B5EF4-FFF2-40B4-BE49-F238E27FC236}">
                <a16:creationId xmlns:a16="http://schemas.microsoft.com/office/drawing/2014/main" id="{1130FE32-5D78-4D00-A087-3DB254B5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7753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600"/>
              </a:spcAft>
              <a:buChar char="•"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CrewAI-Based Evaluation using specialized agents for ML assignment assessment.</a:t>
            </a:r>
          </a:p>
          <a:p xmlns:a="http://schemas.openxmlformats.org/drawingml/2006/main">
            <a:pPr marL="165100" indent="-114300" algn="l">
              <a:spcAft>
                <a:spcPts val="600"/>
              </a:spcAft>
              <a:buChar char="•"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ML-Specific Rubric Assessment using predefined, section-wise evaluation criteria.</a:t>
            </a:r>
          </a:p>
          <a:p xmlns:a="http://schemas.openxmlformats.org/drawingml/2006/main">
            <a:pPr marL="165100" indent="-114300" algn="l">
              <a:spcAft>
                <a:spcPts val="600"/>
              </a:spcAft>
              <a:buChar char="•"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Human–AI Comparison using human-graded ML assignments as the reference baseline.</a:t>
            </a:r>
          </a:p>
          <a:p xmlns:a="http://schemas.openxmlformats.org/drawingml/2006/main">
            <a:pPr marL="165100" indent="-114300" algn="l">
              <a:spcAft>
                <a:spcPts val="600"/>
              </a:spcAft>
              <a:buChar char="•"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Statistical Evaluation using correlation, error and agreement measures.</a:t>
            </a:r>
          </a:p>
          <a:p xmlns:a="http://schemas.openxmlformats.org/drawingml/2006/main">
            <a:pPr marL="165100" indent="-114300" algn="l">
              <a:spcAft>
                <a:spcPts val="600"/>
              </a:spcAft>
              <a:buChar char="•"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Deficiency Analysis to identify rubric misalignment, missed technical content and scoring inconsistencies.</a:t>
            </a:r>
          </a:p>
        </p:txBody>
      </p:sp>
      <p:sp>
        <p:nvSpPr>
          <p:cNvPr id="527" name="body-15-76-431">
            <a:extLst xmlns:a="http://schemas.openxmlformats.org/drawingml/2006/main">
              <a:ext uri="{FF2B5EF4-FFF2-40B4-BE49-F238E27FC236}">
                <a16:creationId xmlns:a16="http://schemas.microsoft.com/office/drawing/2014/main" id="{466A4AEF-A1EF-4380-AEAC-F80EE972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7753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Input: ML Assignment + ML-Specific Rubric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Output: AI Evaluation + Human–AI Comparison + Deficiency Analysis</a:t>
            </a:r>
          </a:p>
        </p:txBody>
      </p:sp>
    </p:spTree>
    <p:extLst>
      <p:ext uri="{BB962C8B-B14F-4D97-AF65-F5344CB8AC3E}">
        <p14:creationId xmlns:p14="http://schemas.microsoft.com/office/powerpoint/2010/main" val="153813654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9" name="Google Shape;529;p74">
            <a:extLst xmlns:a="http://schemas.openxmlformats.org/drawingml/2006/main">
              <a:ext uri="{FF2B5EF4-FFF2-40B4-BE49-F238E27FC236}">
                <a16:creationId xmlns:a16="http://schemas.microsoft.com/office/drawing/2014/main" id="{2440AD59-C8B6-4B43-B807-09B45CA51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Architecture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0" name="Google Shape;530;p74">
            <a:extLst xmlns:a="http://schemas.openxmlformats.org/drawingml/2006/main">
              <a:ext uri="{FF2B5EF4-FFF2-40B4-BE49-F238E27FC236}">
                <a16:creationId xmlns:a16="http://schemas.microsoft.com/office/drawing/2014/main" id="{BD824E56-1BB5-40A5-B04B-C1D4C23D0B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24075" y="1286131"/>
            <a:ext cx="8327475" cy="60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Autofit/>
          </a:bodyPr>
          <a:lstStyle xmlns:a="http://schemas.openxmlformats.org/drawingml/2006/main"/>
          <a:p xmlns:a="http://schemas.openxmlformats.org/drawingml/2006/main">
            <a:pPr marL="34290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4290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34290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1" name="Google Shape;531;p74">
            <a:extLst xmlns:a="http://schemas.openxmlformats.org/drawingml/2006/main">
              <a:ext uri="{FF2B5EF4-FFF2-40B4-BE49-F238E27FC236}">
                <a16:creationId xmlns:a16="http://schemas.microsoft.com/office/drawing/2014/main" id="{0C149BD3-3134-425C-8ACC-92DEA75C28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532" name="Google Shape;532;p74">
            <a:extLst xmlns:a="http://schemas.openxmlformats.org/drawingml/2006/main">
              <a:ext uri="{FF2B5EF4-FFF2-40B4-BE49-F238E27FC236}">
                <a16:creationId xmlns:a16="http://schemas.microsoft.com/office/drawing/2014/main" id="{15090B47-26BB-4776-94F0-A1808F8CE0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533" name="Google Shape;533;p74">
            <a:extLst xmlns:a="http://schemas.openxmlformats.org/drawingml/2006/main">
              <a:ext uri="{FF2B5EF4-FFF2-40B4-BE49-F238E27FC236}">
                <a16:creationId xmlns:a16="http://schemas.microsoft.com/office/drawing/2014/main" id="{F3002B7C-DC24-46EF-9F80-4E64276D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34" name="Google Shape;534;p74">
            <a:extLst xmlns:a="http://schemas.openxmlformats.org/drawingml/2006/main">
              <a:ext uri="{FF2B5EF4-FFF2-40B4-BE49-F238E27FC236}">
                <a16:creationId xmlns:a16="http://schemas.microsoft.com/office/drawing/2014/main" id="{21BDB646-7237-41B9-8F42-1D0185D81D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fadcb6a99745f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64556" y="1362075"/>
            <a:ext cx="4814888" cy="3209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5980924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9" name="Google Shape;539;p75">
            <a:extLst xmlns:a="http://schemas.openxmlformats.org/drawingml/2006/main">
              <a:ext uri="{FF2B5EF4-FFF2-40B4-BE49-F238E27FC236}">
                <a16:creationId xmlns:a16="http://schemas.microsoft.com/office/drawing/2014/main" id="{C61BD227-5CA5-4011-9B9E-09C646A61C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Key Evaluation Elements of ML Assignment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1" name="Google Shape;541;p75">
            <a:extLst xmlns:a="http://schemas.openxmlformats.org/drawingml/2006/main">
              <a:ext uri="{FF2B5EF4-FFF2-40B4-BE49-F238E27FC236}">
                <a16:creationId xmlns:a16="http://schemas.microsoft.com/office/drawing/2014/main" id="{F7D82ADB-BBED-4129-83CF-F7BE0847F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542" name="Google Shape;542;p75">
            <a:extLst xmlns:a="http://schemas.openxmlformats.org/drawingml/2006/main">
              <a:ext uri="{FF2B5EF4-FFF2-40B4-BE49-F238E27FC236}">
                <a16:creationId xmlns:a16="http://schemas.microsoft.com/office/drawing/2014/main" id="{FCB044DE-400E-48A3-9952-088FCDF034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543" name="Google Shape;543;p75">
            <a:extLst xmlns:a="http://schemas.openxmlformats.org/drawingml/2006/main">
              <a:ext uri="{FF2B5EF4-FFF2-40B4-BE49-F238E27FC236}">
                <a16:creationId xmlns:a16="http://schemas.microsoft.com/office/drawing/2014/main" id="{28086575-1CBA-44CD-9308-314348D6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4" name="body-17-77-156">
            <a:extLst xmlns:a="http://schemas.openxmlformats.org/drawingml/2006/main">
              <a:ext uri="{FF2B5EF4-FFF2-40B4-BE49-F238E27FC236}">
                <a16:creationId xmlns:a16="http://schemas.microsoft.com/office/drawing/2014/main" id="{60DDE0A4-AA7C-40D0-AED1-574CC1E2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859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1. Data Preprocessing Agent</a:t>
            </a:r>
          </a:p>
        </p:txBody>
      </p:sp>
      <p:sp>
        <p:nvSpPr>
          <p:cNvPr id="545" name="body-17-77-191">
            <a:extLst xmlns:a="http://schemas.openxmlformats.org/drawingml/2006/main">
              <a:ext uri="{FF2B5EF4-FFF2-40B4-BE49-F238E27FC236}">
                <a16:creationId xmlns:a16="http://schemas.microsoft.com/office/drawing/2014/main" id="{F2687A1E-987C-41F0-B816-011586CB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192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Checks missing values, scaling, encoding, splitting, and leakage.</a:t>
            </a:r>
          </a:p>
        </p:txBody>
      </p:sp>
      <p:sp>
        <p:nvSpPr>
          <p:cNvPr id="546" name="body-17-77-262">
            <a:extLst xmlns:a="http://schemas.openxmlformats.org/drawingml/2006/main">
              <a:ext uri="{FF2B5EF4-FFF2-40B4-BE49-F238E27FC236}">
                <a16:creationId xmlns:a16="http://schemas.microsoft.com/office/drawing/2014/main" id="{EE668ADC-D1EC-4A50-A831-C0304E0E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2. ML Code Agent</a:t>
            </a:r>
          </a:p>
        </p:txBody>
      </p:sp>
      <p:sp>
        <p:nvSpPr>
          <p:cNvPr id="547" name="body-17-77-297">
            <a:extLst xmlns:a="http://schemas.openxmlformats.org/drawingml/2006/main">
              <a:ext uri="{FF2B5EF4-FFF2-40B4-BE49-F238E27FC236}">
                <a16:creationId xmlns:a16="http://schemas.microsoft.com/office/drawing/2014/main" id="{C15C16D7-1349-445F-B7AC-706CD045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2892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Checks implementation and code correctness.</a:t>
            </a:r>
          </a:p>
        </p:txBody>
      </p:sp>
      <p:sp>
        <p:nvSpPr>
          <p:cNvPr id="548" name="body-17-77-368">
            <a:extLst xmlns:a="http://schemas.openxmlformats.org/drawingml/2006/main">
              <a:ext uri="{FF2B5EF4-FFF2-40B4-BE49-F238E27FC236}">
                <a16:creationId xmlns:a16="http://schemas.microsoft.com/office/drawing/2014/main" id="{C37F43CB-2B27-4FC0-91E1-CF85D7DA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05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3. Methodology Agent</a:t>
            </a:r>
          </a:p>
        </p:txBody>
      </p:sp>
      <p:sp>
        <p:nvSpPr>
          <p:cNvPr id="549" name="body-17-77-403">
            <a:extLst xmlns:a="http://schemas.openxmlformats.org/drawingml/2006/main">
              <a:ext uri="{FF2B5EF4-FFF2-40B4-BE49-F238E27FC236}">
                <a16:creationId xmlns:a16="http://schemas.microsoft.com/office/drawing/2014/main" id="{66B8276D-CA09-4F3F-87E5-FFF2D45A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385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Evaluates algorithm and methodological choices.</a:t>
            </a:r>
          </a:p>
        </p:txBody>
      </p:sp>
      <p:sp>
        <p:nvSpPr>
          <p:cNvPr id="550" name="body-17-515-156">
            <a:extLst xmlns:a="http://schemas.openxmlformats.org/drawingml/2006/main">
              <a:ext uri="{FF2B5EF4-FFF2-40B4-BE49-F238E27FC236}">
                <a16:creationId xmlns:a16="http://schemas.microsoft.com/office/drawing/2014/main" id="{6EF498A6-5EF7-4348-8D96-AF55F2C5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859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4. Model Evaluation Agent</a:t>
            </a:r>
          </a:p>
        </p:txBody>
      </p:sp>
      <p:sp>
        <p:nvSpPr>
          <p:cNvPr id="551" name="body-17-515-191">
            <a:extLst xmlns:a="http://schemas.openxmlformats.org/drawingml/2006/main">
              <a:ext uri="{FF2B5EF4-FFF2-40B4-BE49-F238E27FC236}">
                <a16:creationId xmlns:a16="http://schemas.microsoft.com/office/drawing/2014/main" id="{0D956A8B-26D5-4A56-9159-7147AA26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192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Checks metrics and validation strategy.</a:t>
            </a:r>
          </a:p>
        </p:txBody>
      </p:sp>
      <p:sp>
        <p:nvSpPr>
          <p:cNvPr id="552" name="body-17-515-262">
            <a:extLst xmlns:a="http://schemas.openxmlformats.org/drawingml/2006/main">
              <a:ext uri="{FF2B5EF4-FFF2-40B4-BE49-F238E27FC236}">
                <a16:creationId xmlns:a16="http://schemas.microsoft.com/office/drawing/2014/main" id="{0781BB6B-774D-445E-B416-B657DD6F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955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5. Results Interpretation Agent</a:t>
            </a:r>
          </a:p>
        </p:txBody>
      </p:sp>
      <p:sp>
        <p:nvSpPr>
          <p:cNvPr id="553" name="body-17-515-297">
            <a:extLst xmlns:a="http://schemas.openxmlformats.org/drawingml/2006/main">
              <a:ext uri="{FF2B5EF4-FFF2-40B4-BE49-F238E27FC236}">
                <a16:creationId xmlns:a16="http://schemas.microsoft.com/office/drawing/2014/main" id="{42C6AE65-1605-45BE-9DEE-EC40FA2E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2892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Checks whether conclusions match results.</a:t>
            </a:r>
          </a:p>
        </p:txBody>
      </p:sp>
      <p:sp>
        <p:nvSpPr>
          <p:cNvPr id="554" name="body-17-515-368">
            <a:extLst xmlns:a="http://schemas.openxmlformats.org/drawingml/2006/main">
              <a:ext uri="{FF2B5EF4-FFF2-40B4-BE49-F238E27FC236}">
                <a16:creationId xmlns:a16="http://schemas.microsoft.com/office/drawing/2014/main" id="{F8EA733B-4F51-4B39-B3DE-2878A4AF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05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6. Rubric Agent</a:t>
            </a:r>
          </a:p>
        </p:txBody>
      </p:sp>
      <p:sp>
        <p:nvSpPr>
          <p:cNvPr id="555" name="body-17-515-403">
            <a:extLst xmlns:a="http://schemas.openxmlformats.org/drawingml/2006/main">
              <a:ext uri="{FF2B5EF4-FFF2-40B4-BE49-F238E27FC236}">
                <a16:creationId xmlns:a16="http://schemas.microsoft.com/office/drawing/2014/main" id="{6CC3DD39-D4B5-4946-A71F-DEADB2CE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385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Maps findings to marks.</a:t>
            </a:r>
          </a:p>
        </p:txBody>
      </p:sp>
    </p:spTree>
    <p:extLst>
      <p:ext uri="{BB962C8B-B14F-4D97-AF65-F5344CB8AC3E}">
        <p14:creationId xmlns:p14="http://schemas.microsoft.com/office/powerpoint/2010/main" val="70999773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9" name="Google Shape;549;p76">
            <a:extLst xmlns:a="http://schemas.openxmlformats.org/drawingml/2006/main">
              <a:ext uri="{FF2B5EF4-FFF2-40B4-BE49-F238E27FC236}">
                <a16:creationId xmlns:a16="http://schemas.microsoft.com/office/drawing/2014/main" id="{1BCF0824-2213-4F7F-9C73-3754ED69DD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Dataset Description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51" name="Google Shape;551;p76">
            <a:extLst xmlns:a="http://schemas.openxmlformats.org/drawingml/2006/main">
              <a:ext uri="{FF2B5EF4-FFF2-40B4-BE49-F238E27FC236}">
                <a16:creationId xmlns:a16="http://schemas.microsoft.com/office/drawing/2014/main" id="{44477653-3B19-4BEA-9B1D-AC403D3019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552" name="Google Shape;552;p76">
            <a:extLst xmlns:a="http://schemas.openxmlformats.org/drawingml/2006/main">
              <a:ext uri="{FF2B5EF4-FFF2-40B4-BE49-F238E27FC236}">
                <a16:creationId xmlns:a16="http://schemas.microsoft.com/office/drawing/2014/main" id="{0ABB3B4F-95E1-4A49-8248-4B69C17F9A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553" name="Google Shape;553;p76">
            <a:extLst xmlns:a="http://schemas.openxmlformats.org/drawingml/2006/main">
              <a:ext uri="{FF2B5EF4-FFF2-40B4-BE49-F238E27FC236}">
                <a16:creationId xmlns:a16="http://schemas.microsoft.com/office/drawing/2014/main" id="{43ED25AC-9297-4022-A110-64E6ADAA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44372833-56DB-4CE4-AE61-3B704AB88480}"/>
              </a:ext>
            </a:extLst>
          </p:cNvPr>
          <p:cNvGraphicFramePr/>
          <p:nvPr/>
        </p:nvGraphicFramePr>
        <p:xfrm>
          <a:off xmlns:a="http://schemas.openxmlformats.org/drawingml/2006/main" x="714375" y="1381125"/>
          <a:ext xmlns:a="http://schemas.openxmlformats.org/drawingml/2006/main" cx="771525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238750"/>
              </a:tblGrid>
              <a:tr h="35242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Parameter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</a:tr>
              <a:tr h="30480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Dataset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 ML assignments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  <a:tr h="30480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Assignment Name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U1A1 – Linear Regression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 Model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Linear Regression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  <a:tr h="30480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Document Format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PDF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Questions / Criteria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Dataset, predictor analysis, sample count, train/test split, evaluation metrics, reflection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  <a:tr h="35242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Page Count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Minimum: 4 pages / Maximum: 10 pages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Evaluation Scale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marks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  <a:tr h="33337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Evidence Type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Text, code, plots, numerical outputs, screenshots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67155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9" name="Google Shape;559;p77">
            <a:extLst xmlns:a="http://schemas.openxmlformats.org/drawingml/2006/main">
              <a:ext uri="{FF2B5EF4-FFF2-40B4-BE49-F238E27FC236}">
                <a16:creationId xmlns:a16="http://schemas.microsoft.com/office/drawing/2014/main" id="{F4C6525B-6A25-4DB0-AD9A-BE3CEC022F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PDF Preprocessing &amp; Evidence Preparation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61" name="Google Shape;561;p77">
            <a:extLst xmlns:a="http://schemas.openxmlformats.org/drawingml/2006/main">
              <a:ext uri="{FF2B5EF4-FFF2-40B4-BE49-F238E27FC236}">
                <a16:creationId xmlns:a16="http://schemas.microsoft.com/office/drawing/2014/main" id="{BA18D146-7BC5-4C8F-B0AD-756B7A5364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562" name="Google Shape;562;p77">
            <a:extLst xmlns:a="http://schemas.openxmlformats.org/drawingml/2006/main">
              <a:ext uri="{FF2B5EF4-FFF2-40B4-BE49-F238E27FC236}">
                <a16:creationId xmlns:a16="http://schemas.microsoft.com/office/drawing/2014/main" id="{B608F047-E32A-485E-B12A-7705E80F34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563" name="Google Shape;563;p77">
            <a:extLst xmlns:a="http://schemas.openxmlformats.org/drawingml/2006/main">
              <a:ext uri="{FF2B5EF4-FFF2-40B4-BE49-F238E27FC236}">
                <a16:creationId xmlns:a16="http://schemas.microsoft.com/office/drawing/2014/main" id="{5970714C-DEB2-4A01-9A68-F553A73A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4" name="body-19-76-153">
            <a:extLst xmlns:a="http://schemas.openxmlformats.org/drawingml/2006/main">
              <a:ext uri="{FF2B5EF4-FFF2-40B4-BE49-F238E27FC236}">
                <a16:creationId xmlns:a16="http://schemas.microsoft.com/office/drawing/2014/main" id="{F4820110-8A1A-4303-AB1A-F62480BA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366712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1. PDF Input</a:t>
            </a:r>
          </a:p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Student assignment submitted as PDF</a:t>
            </a:r>
          </a:p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Multi-page document</a:t>
            </a:r>
          </a:p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2. Text Extraction</a:t>
            </a:r>
          </a:p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Extract text from each page</a:t>
            </a:r>
          </a:p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Preserve page-wise content</a:t>
            </a:r>
          </a:p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Identify headings and sections</a:t>
            </a:r>
          </a:p>
        </p:txBody>
      </p:sp>
      <p:sp>
        <p:nvSpPr>
          <p:cNvPr id="565" name="body-19-512-153">
            <a:extLst xmlns:a="http://schemas.openxmlformats.org/drawingml/2006/main">
              <a:ext uri="{FF2B5EF4-FFF2-40B4-BE49-F238E27FC236}">
                <a16:creationId xmlns:a16="http://schemas.microsoft.com/office/drawing/2014/main" id="{431D3C38-DE1C-49D8-A464-CFBC2B24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57325"/>
            <a:ext cx="366712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3. JSON Conversion</a:t>
            </a:r>
          </a:p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Convert extracted content into structured JSON</a:t>
            </a:r>
          </a:p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Store:</a:t>
            </a:r>
          </a:p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Page number</a:t>
            </a:r>
          </a:p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Extracted text</a:t>
            </a:r>
          </a:p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Section information</a:t>
            </a:r>
          </a:p>
          <a:p xmlns:a="http://schemas.openxmlformats.org/drawingml/2006/main">
            <a:pPr algn="l">
              <a:spcAft>
                <a:spcPts val="700"/>
              </a:spcAft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Evidence references</a:t>
            </a:r>
          </a:p>
        </p:txBody>
      </p:sp>
    </p:spTree>
    <p:extLst>
      <p:ext uri="{BB962C8B-B14F-4D97-AF65-F5344CB8AC3E}">
        <p14:creationId xmlns:p14="http://schemas.microsoft.com/office/powerpoint/2010/main" val="34200819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0" name="Google Shape;570;p78">
            <a:extLst xmlns:a="http://schemas.openxmlformats.org/drawingml/2006/main">
              <a:ext uri="{FF2B5EF4-FFF2-40B4-BE49-F238E27FC236}">
                <a16:creationId xmlns:a16="http://schemas.microsoft.com/office/drawing/2014/main" id="{E2CCD3F2-A24D-4BAB-A7FE-C0CC36A5E4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PDF Preprocessing &amp; Evidence Preparation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72" name="Google Shape;572;p78">
            <a:extLst xmlns:a="http://schemas.openxmlformats.org/drawingml/2006/main">
              <a:ext uri="{FF2B5EF4-FFF2-40B4-BE49-F238E27FC236}">
                <a16:creationId xmlns:a16="http://schemas.microsoft.com/office/drawing/2014/main" id="{9C279003-2E67-474D-9E5D-8156B9FD98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573" name="Google Shape;573;p78">
            <a:extLst xmlns:a="http://schemas.openxmlformats.org/drawingml/2006/main">
              <a:ext uri="{FF2B5EF4-FFF2-40B4-BE49-F238E27FC236}">
                <a16:creationId xmlns:a16="http://schemas.microsoft.com/office/drawing/2014/main" id="{9D1DBC9A-55FA-460A-9CAE-C86E00FAC6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574" name="Google Shape;574;p78">
            <a:extLst xmlns:a="http://schemas.openxmlformats.org/drawingml/2006/main">
              <a:ext uri="{FF2B5EF4-FFF2-40B4-BE49-F238E27FC236}">
                <a16:creationId xmlns:a16="http://schemas.microsoft.com/office/drawing/2014/main" id="{5C337854-6856-480B-B2D7-C380415A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5" name="body-20-77-158">
            <a:extLst xmlns:a="http://schemas.openxmlformats.org/drawingml/2006/main">
              <a:ext uri="{FF2B5EF4-FFF2-40B4-BE49-F238E27FC236}">
                <a16:creationId xmlns:a16="http://schemas.microsoft.com/office/drawing/2014/main" id="{C0C5768D-9456-4651-B309-5F3AD674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04950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4. Image / Visual Evidence</a:t>
            </a:r>
          </a:p>
        </p:txBody>
      </p:sp>
      <p:sp>
        <p:nvSpPr>
          <p:cNvPr id="576" name="body-20-77-203">
            <a:extLst xmlns:a="http://schemas.openxmlformats.org/drawingml/2006/main">
              <a:ext uri="{FF2B5EF4-FFF2-40B4-BE49-F238E27FC236}">
                <a16:creationId xmlns:a16="http://schemas.microsoft.com/office/drawing/2014/main" id="{01F5B0F5-4680-4FBF-8606-6E17E8D7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33575"/>
            <a:ext cx="7715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10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Detect pages with low or missing extracted text</a:t>
            </a:r>
          </a:p>
          <a:p xmlns:a="http://schemas.openxmlformats.org/drawingml/2006/main">
            <a:pPr marL="165100" indent="-114300" algn="l">
              <a:spcAft>
                <a:spcPts val="10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Flag pages containing screenshots, plots or images</a:t>
            </a:r>
          </a:p>
          <a:p xmlns:a="http://schemas.openxmlformats.org/drawingml/2006/main">
            <a:pPr marL="165100" indent="-114300" algn="l">
              <a:spcAft>
                <a:spcPts val="10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Preserve these pages for visual verification</a:t>
            </a:r>
          </a:p>
        </p:txBody>
      </p:sp>
      <p:sp>
        <p:nvSpPr>
          <p:cNvPr id="577" name="body-20-77-354">
            <a:extLst xmlns:a="http://schemas.openxmlformats.org/drawingml/2006/main">
              <a:ext uri="{FF2B5EF4-FFF2-40B4-BE49-F238E27FC236}">
                <a16:creationId xmlns:a16="http://schemas.microsoft.com/office/drawing/2014/main" id="{A7BE1249-E96A-4FB1-ABEF-8A9E0F46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71850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5. Evidence Preparation</a:t>
            </a:r>
          </a:p>
        </p:txBody>
      </p:sp>
      <p:sp>
        <p:nvSpPr>
          <p:cNvPr id="578" name="body-20-77-399">
            <a:extLst xmlns:a="http://schemas.openxmlformats.org/drawingml/2006/main">
              <a:ext uri="{FF2B5EF4-FFF2-40B4-BE49-F238E27FC236}">
                <a16:creationId xmlns:a16="http://schemas.microsoft.com/office/drawing/2014/main" id="{AB56152C-CF2B-4BE9-A91E-1984E60B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00475"/>
            <a:ext cx="771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10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Organize text and visual evidence</a:t>
            </a:r>
          </a:p>
          <a:p xmlns:a="http://schemas.openxmlformats.org/drawingml/2006/main">
            <a:pPr marL="165100" indent="-114300" algn="l">
              <a:spcAft>
                <a:spcPts val="1000"/>
              </a:spcAft>
              <a:buChar char="•"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Prepare structured input for agent evaluation</a:t>
            </a:r>
          </a:p>
        </p:txBody>
      </p:sp>
    </p:spTree>
    <p:extLst>
      <p:ext uri="{BB962C8B-B14F-4D97-AF65-F5344CB8AC3E}">
        <p14:creationId xmlns:p14="http://schemas.microsoft.com/office/powerpoint/2010/main" val="134068743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0" name="Google Shape;580;p79">
            <a:extLst xmlns:a="http://schemas.openxmlformats.org/drawingml/2006/main">
              <a:ext uri="{FF2B5EF4-FFF2-40B4-BE49-F238E27FC236}">
                <a16:creationId xmlns:a16="http://schemas.microsoft.com/office/drawing/2014/main" id="{5D9F8F9A-CD18-496B-B1FC-DC7F039C1D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Rubric Design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82" name="Google Shape;582;p79">
            <a:extLst xmlns:a="http://schemas.openxmlformats.org/drawingml/2006/main">
              <a:ext uri="{FF2B5EF4-FFF2-40B4-BE49-F238E27FC236}">
                <a16:creationId xmlns:a16="http://schemas.microsoft.com/office/drawing/2014/main" id="{1C5A3BD5-A7B3-4683-8200-C3E50B37A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583" name="Google Shape;583;p79">
            <a:extLst xmlns:a="http://schemas.openxmlformats.org/drawingml/2006/main">
              <a:ext uri="{FF2B5EF4-FFF2-40B4-BE49-F238E27FC236}">
                <a16:creationId xmlns:a16="http://schemas.microsoft.com/office/drawing/2014/main" id="{A9B9AFF1-64C4-4F03-9BE4-FFB2EEDE0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584" name="Google Shape;584;p79">
            <a:extLst xmlns:a="http://schemas.openxmlformats.org/drawingml/2006/main">
              <a:ext uri="{FF2B5EF4-FFF2-40B4-BE49-F238E27FC236}">
                <a16:creationId xmlns:a16="http://schemas.microsoft.com/office/drawing/2014/main" id="{71895C3A-E138-456C-A4BD-F62BE026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5" name="body-21-76-145">
            <a:extLst xmlns:a="http://schemas.openxmlformats.org/drawingml/2006/main">
              <a:ext uri="{FF2B5EF4-FFF2-40B4-BE49-F238E27FC236}">
                <a16:creationId xmlns:a16="http://schemas.microsoft.com/office/drawing/2014/main" id="{3F7AB33E-CD7E-4703-BDDD-2BCA1A7F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775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Rubric Designing for ML Assignment Evaluation</a:t>
            </a:r>
          </a:p>
        </p:txBody>
      </p:sp>
      <p:sp>
        <p:nvSpPr>
          <p:cNvPr id="586" name="body-21-76-189">
            <a:extLst xmlns:a="http://schemas.openxmlformats.org/drawingml/2006/main">
              <a:ext uri="{FF2B5EF4-FFF2-40B4-BE49-F238E27FC236}">
                <a16:creationId xmlns:a16="http://schemas.microsoft.com/office/drawing/2014/main" id="{E99252AE-7955-4EBB-AFC2-E990D9CE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0225"/>
            <a:ext cx="7753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Purpose: Define measurable criteria to evaluate the student's ML assignment consistently.</a:t>
            </a:r>
          </a:p>
        </p:txBody>
      </p:sp>
      <p:sp>
        <p:nvSpPr>
          <p:cNvPr id="587" name="body-21-76-264">
            <a:extLst xmlns:a="http://schemas.openxmlformats.org/drawingml/2006/main">
              <a:ext uri="{FF2B5EF4-FFF2-40B4-BE49-F238E27FC236}">
                <a16:creationId xmlns:a16="http://schemas.microsoft.com/office/drawing/2014/main" id="{4EBF2461-FC90-4F8A-9DE8-190DF23C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75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Rubric Design Process</a:t>
            </a:r>
          </a:p>
        </p:txBody>
      </p:sp>
      <p:sp>
        <p:nvSpPr>
          <p:cNvPr id="588" name="body-21-76-310">
            <a:extLst xmlns:a="http://schemas.openxmlformats.org/drawingml/2006/main">
              <a:ext uri="{FF2B5EF4-FFF2-40B4-BE49-F238E27FC236}">
                <a16:creationId xmlns:a16="http://schemas.microsoft.com/office/drawing/2014/main" id="{65FEE99D-51A8-4A56-B0EE-B7A6475B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762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Step 1: Assignment Questions</a:t>
            </a:r>
          </a:p>
        </p:txBody>
      </p:sp>
      <p:sp>
        <p:nvSpPr>
          <p:cNvPr id="589" name="body-21-76-364">
            <a:extLst xmlns:a="http://schemas.openxmlformats.org/drawingml/2006/main">
              <a:ext uri="{FF2B5EF4-FFF2-40B4-BE49-F238E27FC236}">
                <a16:creationId xmlns:a16="http://schemas.microsoft.com/office/drawing/2014/main" id="{EA555767-5638-47FB-B42D-91DAB947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3762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Step 2: Identify Evaluation Criteria</a:t>
            </a:r>
          </a:p>
        </p:txBody>
      </p:sp>
      <p:sp>
        <p:nvSpPr>
          <p:cNvPr id="590" name="body-21-76-418">
            <a:extLst xmlns:a="http://schemas.openxmlformats.org/drawingml/2006/main">
              <a:ext uri="{FF2B5EF4-FFF2-40B4-BE49-F238E27FC236}">
                <a16:creationId xmlns:a16="http://schemas.microsoft.com/office/drawing/2014/main" id="{0311B414-73D3-47A1-B0F6-5E250668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3762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Step 3: Define Required Evidence</a:t>
            </a:r>
          </a:p>
        </p:txBody>
      </p:sp>
      <p:sp>
        <p:nvSpPr>
          <p:cNvPr id="591" name="body-21-506-310">
            <a:extLst xmlns:a="http://schemas.openxmlformats.org/drawingml/2006/main">
              <a:ext uri="{FF2B5EF4-FFF2-40B4-BE49-F238E27FC236}">
                <a16:creationId xmlns:a16="http://schemas.microsoft.com/office/drawing/2014/main" id="{EEFCDBF3-79FC-4EA4-B004-42D24F81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52750"/>
            <a:ext cx="3762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Step 4: Assign Maximum Marks</a:t>
            </a:r>
          </a:p>
        </p:txBody>
      </p:sp>
      <p:sp>
        <p:nvSpPr>
          <p:cNvPr id="592" name="body-21-506-364">
            <a:extLst xmlns:a="http://schemas.openxmlformats.org/drawingml/2006/main">
              <a:ext uri="{FF2B5EF4-FFF2-40B4-BE49-F238E27FC236}">
                <a16:creationId xmlns:a16="http://schemas.microsoft.com/office/drawing/2014/main" id="{A61EE2E5-A471-4530-9004-42FD963D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67100"/>
            <a:ext cx="3762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Step 5: Define Scoring Rules</a:t>
            </a:r>
          </a:p>
        </p:txBody>
      </p:sp>
      <p:sp>
        <p:nvSpPr>
          <p:cNvPr id="593" name="body-21-506-418">
            <a:extLst xmlns:a="http://schemas.openxmlformats.org/drawingml/2006/main">
              <a:ext uri="{FF2B5EF4-FFF2-40B4-BE49-F238E27FC236}">
                <a16:creationId xmlns:a16="http://schemas.microsoft.com/office/drawing/2014/main" id="{43916260-8D9D-445D-B605-1D471347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81450"/>
            <a:ext cx="3762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Step 6: Criterion-wise AI Evaluation</a:t>
            </a:r>
          </a:p>
        </p:txBody>
      </p:sp>
    </p:spTree>
    <p:extLst>
      <p:ext uri="{BB962C8B-B14F-4D97-AF65-F5344CB8AC3E}">
        <p14:creationId xmlns:p14="http://schemas.microsoft.com/office/powerpoint/2010/main" val="127686455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9" name="Google Shape;589;p80">
            <a:extLst xmlns:a="http://schemas.openxmlformats.org/drawingml/2006/main">
              <a:ext uri="{FF2B5EF4-FFF2-40B4-BE49-F238E27FC236}">
                <a16:creationId xmlns:a16="http://schemas.microsoft.com/office/drawing/2014/main" id="{66866854-20B4-4A77-903C-DBB7F5D17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TOKENIZATION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90" name="Google Shape;590;p80">
            <a:extLst xmlns:a="http://schemas.openxmlformats.org/drawingml/2006/main">
              <a:ext uri="{FF2B5EF4-FFF2-40B4-BE49-F238E27FC236}">
                <a16:creationId xmlns:a16="http://schemas.microsoft.com/office/drawing/2014/main" id="{94EC69F7-8B9B-43DA-B69E-28C58E12A6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591" name="Google Shape;591;p80">
            <a:extLst xmlns:a="http://schemas.openxmlformats.org/drawingml/2006/main">
              <a:ext uri="{FF2B5EF4-FFF2-40B4-BE49-F238E27FC236}">
                <a16:creationId xmlns:a16="http://schemas.microsoft.com/office/drawing/2014/main" id="{49BB9677-F44C-4064-9C55-6F40CF0C29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592" name="Google Shape;592;p80">
            <a:extLst xmlns:a="http://schemas.openxmlformats.org/drawingml/2006/main">
              <a:ext uri="{FF2B5EF4-FFF2-40B4-BE49-F238E27FC236}">
                <a16:creationId xmlns:a16="http://schemas.microsoft.com/office/drawing/2014/main" id="{D1D0BD48-B2AB-4303-A6B9-6D9645D9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3" name="body-22-76-145">
            <a:extLst xmlns:a="http://schemas.openxmlformats.org/drawingml/2006/main">
              <a:ext uri="{FF2B5EF4-FFF2-40B4-BE49-F238E27FC236}">
                <a16:creationId xmlns:a16="http://schemas.microsoft.com/office/drawing/2014/main" id="{13643A90-07D4-465C-8975-B2EB5004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775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Tokenization of Assignment Content</a:t>
            </a:r>
          </a:p>
        </p:txBody>
      </p:sp>
      <p:sp>
        <p:nvSpPr>
          <p:cNvPr id="594" name="body-22-76-184">
            <a:extLst xmlns:a="http://schemas.openxmlformats.org/drawingml/2006/main">
              <a:ext uri="{FF2B5EF4-FFF2-40B4-BE49-F238E27FC236}">
                <a16:creationId xmlns:a16="http://schemas.microsoft.com/office/drawing/2014/main" id="{4EE2ECF5-2337-489C-BEB2-383BCEC7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775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Purpose: Convert extracted assignment text into smaller meaningful units that can be processed and searched.</a:t>
            </a:r>
          </a:p>
        </p:txBody>
      </p:sp>
      <p:sp>
        <p:nvSpPr>
          <p:cNvPr id="595" name="body-22-76-255">
            <a:extLst xmlns:a="http://schemas.openxmlformats.org/drawingml/2006/main">
              <a:ext uri="{FF2B5EF4-FFF2-40B4-BE49-F238E27FC236}">
                <a16:creationId xmlns:a16="http://schemas.microsoft.com/office/drawing/2014/main" id="{502394A6-018A-47AF-AD27-3FA7594A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Tokenization Process:</a:t>
            </a:r>
          </a:p>
        </p:txBody>
      </p:sp>
      <p:sp>
        <p:nvSpPr>
          <p:cNvPr id="596" name="body-22-76-294">
            <a:extLst xmlns:a="http://schemas.openxmlformats.org/drawingml/2006/main">
              <a:ext uri="{FF2B5EF4-FFF2-40B4-BE49-F238E27FC236}">
                <a16:creationId xmlns:a16="http://schemas.microsoft.com/office/drawing/2014/main" id="{E1A8D41E-78ED-4804-841A-A4537918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Cleaned Assignment Text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Sentence / Word Split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Tokens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Normalization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Processable Text</a:t>
            </a:r>
          </a:p>
        </p:txBody>
      </p:sp>
      <p:sp>
        <p:nvSpPr>
          <p:cNvPr id="597" name="body-22-416-272">
            <a:extLst xmlns:a="http://schemas.openxmlformats.org/drawingml/2006/main">
              <a:ext uri="{FF2B5EF4-FFF2-40B4-BE49-F238E27FC236}">
                <a16:creationId xmlns:a16="http://schemas.microsoft.com/office/drawing/2014/main" id="{49267330-8F68-47A6-8779-81E69785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90800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10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Tokenization: BPE/Subword tokenization.</a:t>
            </a:r>
          </a:p>
          <a:p xmlns:a="http://schemas.openxmlformats.org/drawingml/2006/main">
            <a:pPr marL="165100" indent="-114300" algn="l">
              <a:spcAft>
                <a:spcPts val="10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Tokens per word: Variable; typically 1–3 tokens per English word.</a:t>
            </a:r>
          </a:p>
          <a:p xmlns:a="http://schemas.openxmlformats.org/drawingml/2006/main">
            <a:pPr marL="165100" indent="-114300" algn="l">
              <a:spcAft>
                <a:spcPts val="10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Tokens per sentence: Depends on sentence length; no fixed number.</a:t>
            </a:r>
          </a:p>
          <a:p xmlns:a="http://schemas.openxmlformats.org/drawingml/2006/main">
            <a:pPr marL="165100" indent="-114300" algn="l">
              <a:spcAft>
                <a:spcPts val="1000"/>
              </a:spcAft>
              <a:buChar char="•"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Normalization: L2 normalization of embedding vectors.</a:t>
            </a:r>
          </a:p>
        </p:txBody>
      </p:sp>
    </p:spTree>
    <p:extLst>
      <p:ext uri="{BB962C8B-B14F-4D97-AF65-F5344CB8AC3E}">
        <p14:creationId xmlns:p14="http://schemas.microsoft.com/office/powerpoint/2010/main" val="62664122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9" name="Google Shape;599;p81">
            <a:extLst xmlns:a="http://schemas.openxmlformats.org/drawingml/2006/main">
              <a:ext uri="{FF2B5EF4-FFF2-40B4-BE49-F238E27FC236}">
                <a16:creationId xmlns:a16="http://schemas.microsoft.com/office/drawing/2014/main" id="{A3D1D663-3D95-4CE4-BF85-9915B33BDF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Similarity Metric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1" name="Google Shape;601;p81">
            <a:extLst xmlns:a="http://schemas.openxmlformats.org/drawingml/2006/main">
              <a:ext uri="{FF2B5EF4-FFF2-40B4-BE49-F238E27FC236}">
                <a16:creationId xmlns:a16="http://schemas.microsoft.com/office/drawing/2014/main" id="{BA8A614A-6E48-43B1-9DB9-487368DB00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602" name="Google Shape;602;p81">
            <a:extLst xmlns:a="http://schemas.openxmlformats.org/drawingml/2006/main">
              <a:ext uri="{FF2B5EF4-FFF2-40B4-BE49-F238E27FC236}">
                <a16:creationId xmlns:a16="http://schemas.microsoft.com/office/drawing/2014/main" id="{1A941E4E-DCF2-4E67-953F-24EA4F19C7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603" name="Google Shape;603;p81">
            <a:extLst xmlns:a="http://schemas.openxmlformats.org/drawingml/2006/main">
              <a:ext uri="{FF2B5EF4-FFF2-40B4-BE49-F238E27FC236}">
                <a16:creationId xmlns:a16="http://schemas.microsoft.com/office/drawing/2014/main" id="{95C101B2-E20D-4F01-843A-62DE3604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05" name="Google Shape;605;p81">
            <a:extLst xmlns:a="http://schemas.openxmlformats.org/drawingml/2006/main">
              <a:ext uri="{FF2B5EF4-FFF2-40B4-BE49-F238E27FC236}">
                <a16:creationId xmlns:a16="http://schemas.microsoft.com/office/drawing/2014/main" id="{451CD180-12AE-4738-BB00-BECE1C6D56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926a36b3874f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43000" y="1781175"/>
            <a:ext cx="2631758" cy="6086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06" name="body-23-77-148">
            <a:extLst xmlns:a="http://schemas.openxmlformats.org/drawingml/2006/main">
              <a:ext uri="{FF2B5EF4-FFF2-40B4-BE49-F238E27FC236}">
                <a16:creationId xmlns:a16="http://schemas.microsoft.com/office/drawing/2014/main" id="{CC43DA61-681D-4321-9A50-0C9CE495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0970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Cosine Similarity:</a:t>
            </a:r>
          </a:p>
        </p:txBody>
      </p:sp>
      <p:sp>
        <p:nvSpPr>
          <p:cNvPr id="607" name="body-23-77-266">
            <a:extLst xmlns:a="http://schemas.openxmlformats.org/drawingml/2006/main">
              <a:ext uri="{FF2B5EF4-FFF2-40B4-BE49-F238E27FC236}">
                <a16:creationId xmlns:a16="http://schemas.microsoft.com/office/drawing/2014/main" id="{F5006539-490C-41BF-AA0E-59BC77A4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33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Where:</a:t>
            </a:r>
          </a:p>
        </p:txBody>
      </p:sp>
      <p:sp>
        <p:nvSpPr>
          <p:cNvPr id="608" name="body-23-77-301">
            <a:extLst xmlns:a="http://schemas.openxmlformats.org/drawingml/2006/main">
              <a:ext uri="{FF2B5EF4-FFF2-40B4-BE49-F238E27FC236}">
                <a16:creationId xmlns:a16="http://schemas.microsoft.com/office/drawing/2014/main" id="{EEFADF09-8FBD-4029-809A-6E8BF121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67025"/>
            <a:ext cx="43338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300"/>
              </a:spcAft>
              <a:buChar char="•"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C= vector representing the rubric criterion/query</a:t>
            </a:r>
          </a:p>
          <a:p xmlns:a="http://schemas.openxmlformats.org/drawingml/2006/main">
            <a:pPr marL="165100" indent="-114300" algn="l">
              <a:spcAft>
                <a:spcPts val="300"/>
              </a:spcAft>
              <a:buChar char="•"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D = vector representing an assignment text chunk</a:t>
            </a:r>
          </a:p>
          <a:p xmlns:a="http://schemas.openxmlformats.org/drawingml/2006/main">
            <a:pPr marL="165100" indent="-114300" algn="l">
              <a:spcAft>
                <a:spcPts val="300"/>
              </a:spcAft>
              <a:buChar char="•"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 dot D = dot product</a:t>
            </a:r>
          </a:p>
          <a:p xmlns:a="http://schemas.openxmlformats.org/drawingml/2006/main">
            <a:pPr marL="165100" indent="-114300" algn="l">
              <a:spcAft>
                <a:spcPts val="300"/>
              </a:spcAft>
              <a:buChar char="•"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|C| and |D| = vector magnitudes</a:t>
            </a:r>
          </a:p>
        </p:txBody>
      </p:sp>
      <p:sp>
        <p:nvSpPr>
          <p:cNvPr id="609" name="body-23-77-405">
            <a:extLst xmlns:a="http://schemas.openxmlformats.org/drawingml/2006/main">
              <a:ext uri="{FF2B5EF4-FFF2-40B4-BE49-F238E27FC236}">
                <a16:creationId xmlns:a16="http://schemas.microsoft.com/office/drawing/2014/main" id="{EC5A5BDB-5DBA-428D-82D3-48891412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57625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Interpretation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1 → highly similar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0 → no similarity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Values closer to 1 → more relevant evidence</a:t>
            </a:r>
          </a:p>
        </p:txBody>
      </p:sp>
      <p:sp>
        <p:nvSpPr>
          <p:cNvPr id="610" name="body-23-570-198">
            <a:extLst xmlns:a="http://schemas.openxmlformats.org/drawingml/2006/main">
              <a:ext uri="{FF2B5EF4-FFF2-40B4-BE49-F238E27FC236}">
                <a16:creationId xmlns:a16="http://schemas.microsoft.com/office/drawing/2014/main" id="{471CDD42-C498-42CB-A8F7-9986C41D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85950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Importance of Cosine similarity:</a:t>
            </a:r>
          </a:p>
        </p:txBody>
      </p:sp>
      <p:sp>
        <p:nvSpPr>
          <p:cNvPr id="611" name="body-23-570-270">
            <a:extLst xmlns:a="http://schemas.openxmlformats.org/drawingml/2006/main">
              <a:ext uri="{FF2B5EF4-FFF2-40B4-BE49-F238E27FC236}">
                <a16:creationId xmlns:a16="http://schemas.microsoft.com/office/drawing/2014/main" id="{497BFD49-A456-464F-9679-8F8DFA9F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3095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8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Semantic meaning</a:t>
            </a:r>
          </a:p>
          <a:p xmlns:a="http://schemas.openxmlformats.org/drawingml/2006/main">
            <a:pPr marL="165100" indent="-114300" algn="l">
              <a:spcAft>
                <a:spcPts val="8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Word-order independent</a:t>
            </a:r>
          </a:p>
          <a:p xmlns:a="http://schemas.openxmlformats.org/drawingml/2006/main">
            <a:pPr marL="165100" indent="-114300" algn="l">
              <a:spcAft>
                <a:spcPts val="8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Handles different wording</a:t>
            </a:r>
          </a:p>
          <a:p xmlns:a="http://schemas.openxmlformats.org/drawingml/2006/main">
            <a:pPr marL="165100" indent="-114300" algn="l">
              <a:spcAft>
                <a:spcPts val="8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Works well with embeddings</a:t>
            </a:r>
          </a:p>
          <a:p xmlns:a="http://schemas.openxmlformats.org/drawingml/2006/main">
            <a:pPr marL="165100" indent="-114300" algn="l">
              <a:spcAft>
                <a:spcPts val="800"/>
              </a:spcAft>
              <a:buChar char="•"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Simple &amp; efficient</a:t>
            </a:r>
          </a:p>
        </p:txBody>
      </p:sp>
    </p:spTree>
    <p:extLst>
      <p:ext uri="{BB962C8B-B14F-4D97-AF65-F5344CB8AC3E}">
        <p14:creationId xmlns:p14="http://schemas.microsoft.com/office/powerpoint/2010/main" val="75968371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1" name="Google Shape;611;p82">
            <a:extLst xmlns:a="http://schemas.openxmlformats.org/drawingml/2006/main">
              <a:ext uri="{FF2B5EF4-FFF2-40B4-BE49-F238E27FC236}">
                <a16:creationId xmlns:a16="http://schemas.microsoft.com/office/drawing/2014/main" id="{24E1CC78-9081-45F4-91A0-31D12A014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Mathematical Modeling/Algorithm</a:t>
            </a:r>
            <a:endParaRPr sz="4100" b="1">
              <a:solidFill>
                <a:srgbClr val="A4123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3" name="Google Shape;613;p82">
            <a:extLst xmlns:a="http://schemas.openxmlformats.org/drawingml/2006/main">
              <a:ext uri="{FF2B5EF4-FFF2-40B4-BE49-F238E27FC236}">
                <a16:creationId xmlns:a16="http://schemas.microsoft.com/office/drawing/2014/main" id="{B9C217B1-720B-4DBE-98B2-37CE913D6F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614" name="Google Shape;614;p82">
            <a:extLst xmlns:a="http://schemas.openxmlformats.org/drawingml/2006/main">
              <a:ext uri="{FF2B5EF4-FFF2-40B4-BE49-F238E27FC236}">
                <a16:creationId xmlns:a16="http://schemas.microsoft.com/office/drawing/2014/main" id="{A6B65C67-E087-45CF-B66F-6599A1E20D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615" name="Google Shape;615;p82">
            <a:extLst xmlns:a="http://schemas.openxmlformats.org/drawingml/2006/main">
              <a:ext uri="{FF2B5EF4-FFF2-40B4-BE49-F238E27FC236}">
                <a16:creationId xmlns:a16="http://schemas.microsoft.com/office/drawing/2014/main" id="{0B411E56-65A0-4061-A4CD-C8E2489E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17" name="Google Shape;617;p82">
            <a:extLst xmlns:a="http://schemas.openxmlformats.org/drawingml/2006/main">
              <a:ext uri="{FF2B5EF4-FFF2-40B4-BE49-F238E27FC236}">
                <a16:creationId xmlns:a16="http://schemas.microsoft.com/office/drawing/2014/main" id="{6B4E42D9-CB51-4F51-B4DB-C9D4F06F33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1ec7cc4a364c4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562600" y="2686050"/>
            <a:ext cx="1694498" cy="7658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8" name="Google Shape;618;p82">
            <a:extLst xmlns:a="http://schemas.openxmlformats.org/drawingml/2006/main">
              <a:ext uri="{FF2B5EF4-FFF2-40B4-BE49-F238E27FC236}">
                <a16:creationId xmlns:a16="http://schemas.microsoft.com/office/drawing/2014/main" id="{54BB4DE5-BAE3-48F4-93F9-110BFA1D6F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92cbe8ea7041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81625" y="3933825"/>
            <a:ext cx="2357438" cy="4819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19" name="body-24-76-145">
            <a:extLst xmlns:a="http://schemas.openxmlformats.org/drawingml/2006/main">
              <a:ext uri="{FF2B5EF4-FFF2-40B4-BE49-F238E27FC236}">
                <a16:creationId xmlns:a16="http://schemas.microsoft.com/office/drawing/2014/main" id="{6622EDAC-0B2C-4454-ADCD-5C3743C4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775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1: Mathematical Model of Report Evaluation</a:t>
            </a:r>
          </a:p>
        </p:txBody>
      </p:sp>
      <p:sp>
        <p:nvSpPr>
          <p:cNvPr id="620" name="body-24-76-205">
            <a:extLst xmlns:a="http://schemas.openxmlformats.org/drawingml/2006/main">
              <a:ext uri="{FF2B5EF4-FFF2-40B4-BE49-F238E27FC236}">
                <a16:creationId xmlns:a16="http://schemas.microsoft.com/office/drawing/2014/main" id="{7438B88C-AB53-4D83-986E-EEE82FED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000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Let: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 = Machine Learning Assignment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Cᵢ = Evaluation criterion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Wᵢ = Weight of criterion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Sᵢ = AI-assigned score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Hᵢ = Human-assigned score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N = Number of criteria</a:t>
            </a:r>
          </a:p>
        </p:txBody>
      </p:sp>
      <p:sp>
        <p:nvSpPr>
          <p:cNvPr id="621" name="body-24-535-215">
            <a:extLst xmlns:a="http://schemas.openxmlformats.org/drawingml/2006/main">
              <a:ext uri="{FF2B5EF4-FFF2-40B4-BE49-F238E27FC236}">
                <a16:creationId xmlns:a16="http://schemas.microsoft.com/office/drawing/2014/main" id="{DA124DF4-D2BA-4ABE-B363-12D1B3EB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4787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Then: Overall ML Assignment Score</a:t>
            </a:r>
          </a:p>
        </p:txBody>
      </p:sp>
      <p:sp>
        <p:nvSpPr>
          <p:cNvPr id="622" name="body-24-535-365">
            <a:extLst xmlns:a="http://schemas.openxmlformats.org/drawingml/2006/main">
              <a:ext uri="{FF2B5EF4-FFF2-40B4-BE49-F238E27FC236}">
                <a16:creationId xmlns:a16="http://schemas.microsoft.com/office/drawing/2014/main" id="{38D7DF5F-65C2-4F83-AB10-C640BD0F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766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Then compare:</a:t>
            </a:r>
          </a:p>
        </p:txBody>
      </p:sp>
    </p:spTree>
    <p:extLst>
      <p:ext uri="{BB962C8B-B14F-4D97-AF65-F5344CB8AC3E}">
        <p14:creationId xmlns:p14="http://schemas.microsoft.com/office/powerpoint/2010/main" val="54139067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3" name="Google Shape;623;p83">
            <a:extLst xmlns:a="http://schemas.openxmlformats.org/drawingml/2006/main">
              <a:ext uri="{FF2B5EF4-FFF2-40B4-BE49-F238E27FC236}">
                <a16:creationId xmlns:a16="http://schemas.microsoft.com/office/drawing/2014/main" id="{F6AFFD7D-E995-4B78-B9BB-F7866E5615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Mathematical Modeling/Algorithm</a:t>
            </a:r>
            <a:endParaRPr sz="4100" b="1">
              <a:solidFill>
                <a:srgbClr val="A4123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25" name="Google Shape;625;p83">
            <a:extLst xmlns:a="http://schemas.openxmlformats.org/drawingml/2006/main">
              <a:ext uri="{FF2B5EF4-FFF2-40B4-BE49-F238E27FC236}">
                <a16:creationId xmlns:a16="http://schemas.microsoft.com/office/drawing/2014/main" id="{4AF45916-620D-4934-BA89-5CF6D436C5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626" name="Google Shape;626;p83">
            <a:extLst xmlns:a="http://schemas.openxmlformats.org/drawingml/2006/main">
              <a:ext uri="{FF2B5EF4-FFF2-40B4-BE49-F238E27FC236}">
                <a16:creationId xmlns:a16="http://schemas.microsoft.com/office/drawing/2014/main" id="{D85EA577-3527-4F4F-8EEE-77B21B8E88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627" name="Google Shape;627;p83">
            <a:extLst xmlns:a="http://schemas.openxmlformats.org/drawingml/2006/main">
              <a:ext uri="{FF2B5EF4-FFF2-40B4-BE49-F238E27FC236}">
                <a16:creationId xmlns:a16="http://schemas.microsoft.com/office/drawing/2014/main" id="{3C342F42-640D-4CB4-984B-CF96D8AC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30" name="Google Shape;630;p83">
            <a:extLst xmlns:a="http://schemas.openxmlformats.org/drawingml/2006/main">
              <a:ext uri="{FF2B5EF4-FFF2-40B4-BE49-F238E27FC236}">
                <a16:creationId xmlns:a16="http://schemas.microsoft.com/office/drawing/2014/main" id="{18F66694-DFD6-40DD-B989-196194397A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e389f7f17f43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9150" y="2171700"/>
            <a:ext cx="2623185" cy="55930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31" name="Google Shape;631;p83">
            <a:extLst xmlns:a="http://schemas.openxmlformats.org/drawingml/2006/main">
              <a:ext uri="{FF2B5EF4-FFF2-40B4-BE49-F238E27FC236}">
                <a16:creationId xmlns:a16="http://schemas.microsoft.com/office/drawing/2014/main" id="{25A06E2B-EE4A-4203-8E98-F547AB9DF7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cb323fdc9447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9150" y="3609975"/>
            <a:ext cx="2004822" cy="51073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32" name="Google Shape;632;p83">
            <a:extLst xmlns:a="http://schemas.openxmlformats.org/drawingml/2006/main">
              <a:ext uri="{FF2B5EF4-FFF2-40B4-BE49-F238E27FC236}">
                <a16:creationId xmlns:a16="http://schemas.microsoft.com/office/drawing/2014/main" id="{D4126DAF-D4DB-4FB3-AF0D-E7E0549D76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b87f3b43d0424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33950" y="2171700"/>
            <a:ext cx="3106960" cy="3787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33" name="Google Shape;633;p83">
            <a:extLst xmlns:a="http://schemas.openxmlformats.org/drawingml/2006/main">
              <a:ext uri="{FF2B5EF4-FFF2-40B4-BE49-F238E27FC236}">
                <a16:creationId xmlns:a16="http://schemas.microsoft.com/office/drawing/2014/main" id="{970041EC-9994-4CCE-A611-7C3063DBE9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308aadcb5c495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33950" y="3609975"/>
            <a:ext cx="1136047" cy="51073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34" name="body-25-76-145">
            <a:extLst xmlns:a="http://schemas.openxmlformats.org/drawingml/2006/main">
              <a:ext uri="{FF2B5EF4-FFF2-40B4-BE49-F238E27FC236}">
                <a16:creationId xmlns:a16="http://schemas.microsoft.com/office/drawing/2014/main" id="{F6F5E2AF-7959-4316-9B89-6F42C559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775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2: Evaluation Metrics</a:t>
            </a:r>
          </a:p>
        </p:txBody>
      </p:sp>
      <p:sp>
        <p:nvSpPr>
          <p:cNvPr id="635" name="body-25-78-190">
            <a:extLst xmlns:a="http://schemas.openxmlformats.org/drawingml/2006/main">
              <a:ext uri="{FF2B5EF4-FFF2-40B4-BE49-F238E27FC236}">
                <a16:creationId xmlns:a16="http://schemas.microsoft.com/office/drawing/2014/main" id="{3F618657-9F16-4F83-BBD8-560E2912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a. Mean Absolute Error</a:t>
            </a:r>
          </a:p>
        </p:txBody>
      </p:sp>
      <p:sp>
        <p:nvSpPr>
          <p:cNvPr id="636" name="body-25-78-295">
            <a:extLst xmlns:a="http://schemas.openxmlformats.org/drawingml/2006/main">
              <a:ext uri="{FF2B5EF4-FFF2-40B4-BE49-F238E27FC236}">
                <a16:creationId xmlns:a16="http://schemas.microsoft.com/office/drawing/2014/main" id="{C211FCF2-1186-4C52-833B-0CEA6D0B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Lower MAE → Better agreement</a:t>
            </a:r>
          </a:p>
        </p:txBody>
      </p:sp>
      <p:sp>
        <p:nvSpPr>
          <p:cNvPr id="637" name="body-25-78-341">
            <a:extLst xmlns:a="http://schemas.openxmlformats.org/drawingml/2006/main">
              <a:ext uri="{FF2B5EF4-FFF2-40B4-BE49-F238E27FC236}">
                <a16:creationId xmlns:a16="http://schemas.microsoft.com/office/drawing/2014/main" id="{3854C8B0-C50B-4082-88C3-C2FD8950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b. Correlation</a:t>
            </a:r>
          </a:p>
        </p:txBody>
      </p:sp>
      <p:sp>
        <p:nvSpPr>
          <p:cNvPr id="638" name="body-25-78-446">
            <a:extLst xmlns:a="http://schemas.openxmlformats.org/drawingml/2006/main">
              <a:ext uri="{FF2B5EF4-FFF2-40B4-BE49-F238E27FC236}">
                <a16:creationId xmlns:a16="http://schemas.microsoft.com/office/drawing/2014/main" id="{1861D849-CA6F-4F85-B528-372D7DD9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Higher r → Stronger agreement</a:t>
            </a:r>
          </a:p>
        </p:txBody>
      </p:sp>
      <p:sp>
        <p:nvSpPr>
          <p:cNvPr id="639" name="body-25-510-190">
            <a:extLst xmlns:a="http://schemas.openxmlformats.org/drawingml/2006/main">
              <a:ext uri="{FF2B5EF4-FFF2-40B4-BE49-F238E27FC236}">
                <a16:creationId xmlns:a16="http://schemas.microsoft.com/office/drawing/2014/main" id="{3F085CAA-D53F-4FD3-9158-E7BD1875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c. Variance Difference</a:t>
            </a:r>
          </a:p>
        </p:txBody>
      </p:sp>
      <p:sp>
        <p:nvSpPr>
          <p:cNvPr id="640" name="body-25-510-295">
            <a:extLst xmlns:a="http://schemas.openxmlformats.org/drawingml/2006/main">
              <a:ext uri="{FF2B5EF4-FFF2-40B4-BE49-F238E27FC236}">
                <a16:creationId xmlns:a16="http://schemas.microsoft.com/office/drawing/2014/main" id="{5C57458B-D270-472E-9D66-363BF62A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9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Measures grading consistency</a:t>
            </a:r>
          </a:p>
        </p:txBody>
      </p:sp>
      <p:sp>
        <p:nvSpPr>
          <p:cNvPr id="641" name="body-25-510-341">
            <a:extLst xmlns:a="http://schemas.openxmlformats.org/drawingml/2006/main">
              <a:ext uri="{FF2B5EF4-FFF2-40B4-BE49-F238E27FC236}">
                <a16:creationId xmlns:a16="http://schemas.microsoft.com/office/drawing/2014/main" id="{647C163C-A538-40BF-93C3-199A00B3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480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d. Cohen's Kappa</a:t>
            </a:r>
          </a:p>
        </p:txBody>
      </p:sp>
      <p:sp>
        <p:nvSpPr>
          <p:cNvPr id="642" name="body-25-510-446">
            <a:extLst xmlns:a="http://schemas.openxmlformats.org/drawingml/2006/main">
              <a:ext uri="{FF2B5EF4-FFF2-40B4-BE49-F238E27FC236}">
                <a16:creationId xmlns:a16="http://schemas.microsoft.com/office/drawing/2014/main" id="{A3689DBD-FD95-4B01-BD9B-81DEB3A9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481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Measures agreement beyond chance</a:t>
            </a:r>
          </a:p>
        </p:txBody>
      </p:sp>
    </p:spTree>
    <p:extLst>
      <p:ext uri="{BB962C8B-B14F-4D97-AF65-F5344CB8AC3E}">
        <p14:creationId xmlns:p14="http://schemas.microsoft.com/office/powerpoint/2010/main" val="50369693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8" name="Google Shape;638;p84">
            <a:extLst xmlns:a="http://schemas.openxmlformats.org/drawingml/2006/main">
              <a:ext uri="{FF2B5EF4-FFF2-40B4-BE49-F238E27FC236}">
                <a16:creationId xmlns:a16="http://schemas.microsoft.com/office/drawing/2014/main" id="{F9AD7FC1-D493-4DDB-942D-F4CB5CE282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Mathematical Modeling/Algorithm</a:t>
            </a:r>
            <a:endParaRPr sz="4100" b="1">
              <a:solidFill>
                <a:srgbClr val="A4123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40" name="Google Shape;640;p84">
            <a:extLst xmlns:a="http://schemas.openxmlformats.org/drawingml/2006/main">
              <a:ext uri="{FF2B5EF4-FFF2-40B4-BE49-F238E27FC236}">
                <a16:creationId xmlns:a16="http://schemas.microsoft.com/office/drawing/2014/main" id="{EFDBEF84-B52F-4819-A540-53DE49104E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641" name="Google Shape;641;p84">
            <a:extLst xmlns:a="http://schemas.openxmlformats.org/drawingml/2006/main">
              <a:ext uri="{FF2B5EF4-FFF2-40B4-BE49-F238E27FC236}">
                <a16:creationId xmlns:a16="http://schemas.microsoft.com/office/drawing/2014/main" id="{66926EB4-CED4-4EA5-9931-10D8094B88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642" name="Google Shape;642;p84">
            <a:extLst xmlns:a="http://schemas.openxmlformats.org/drawingml/2006/main">
              <a:ext uri="{FF2B5EF4-FFF2-40B4-BE49-F238E27FC236}">
                <a16:creationId xmlns:a16="http://schemas.microsoft.com/office/drawing/2014/main" id="{35C369CA-1B23-4668-853A-CFE1D365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3" name="body-26-76-145">
            <a:extLst xmlns:a="http://schemas.openxmlformats.org/drawingml/2006/main">
              <a:ext uri="{FF2B5EF4-FFF2-40B4-BE49-F238E27FC236}">
                <a16:creationId xmlns:a16="http://schemas.microsoft.com/office/drawing/2014/main" id="{DEB95C86-FD3C-4E32-85AE-E3AA6396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7753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4: Evaluation Algorithm</a:t>
            </a:r>
          </a:p>
        </p:txBody>
      </p:sp>
      <p:sp>
        <p:nvSpPr>
          <p:cNvPr id="644" name="body-26-76-190">
            <a:extLst xmlns:a="http://schemas.openxmlformats.org/drawingml/2006/main">
              <a:ext uri="{FF2B5EF4-FFF2-40B4-BE49-F238E27FC236}">
                <a16:creationId xmlns:a16="http://schemas.microsoft.com/office/drawing/2014/main" id="{B4597F47-B021-4938-A8A6-E70BD04E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76237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Input: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ML Assignment A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ML Rubric C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Human Score H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1. Preprocess Assignment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2. Extract Code + Data + Methodology + Results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3. Select Agentic Framework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4. Configure ML Evaluation Agents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5. Evaluate Each Rubric Criterion</a:t>
            </a:r>
          </a:p>
        </p:txBody>
      </p:sp>
      <p:sp>
        <p:nvSpPr>
          <p:cNvPr id="645" name="body-26-515-190">
            <a:extLst xmlns:a="http://schemas.openxmlformats.org/drawingml/2006/main">
              <a:ext uri="{FF2B5EF4-FFF2-40B4-BE49-F238E27FC236}">
                <a16:creationId xmlns:a16="http://schemas.microsoft.com/office/drawing/2014/main" id="{9CF045AC-794D-4F9F-B642-03A92CE2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09750"/>
            <a:ext cx="36195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6. Generate AI Score + Feedback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7. Compare AI Score with Human Score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8. Calculate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MAE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Correlation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QWK/Kappa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Variance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9. Identify ML-specific Errors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Output: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Framework Benchmark + Error Analysis + AI-Human Agreement</a:t>
            </a:r>
          </a:p>
        </p:txBody>
      </p:sp>
    </p:spTree>
    <p:extLst>
      <p:ext uri="{BB962C8B-B14F-4D97-AF65-F5344CB8AC3E}">
        <p14:creationId xmlns:p14="http://schemas.microsoft.com/office/powerpoint/2010/main" val="85541224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9" name="Google Shape;649;p85">
            <a:extLst xmlns:a="http://schemas.openxmlformats.org/drawingml/2006/main">
              <a:ext uri="{FF2B5EF4-FFF2-40B4-BE49-F238E27FC236}">
                <a16:creationId xmlns:a16="http://schemas.microsoft.com/office/drawing/2014/main" id="{5D0A6E79-734E-4491-8A8A-44CD88BE6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28-Assignment Evaluation Results</a:t>
            </a:r>
            <a:endParaRPr sz="4100" b="1">
              <a:solidFill>
                <a:srgbClr val="A4123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50" name="Google Shape;650;p85">
            <a:extLst xmlns:a="http://schemas.openxmlformats.org/drawingml/2006/main">
              <a:ext uri="{FF2B5EF4-FFF2-40B4-BE49-F238E27FC236}">
                <a16:creationId xmlns:a16="http://schemas.microsoft.com/office/drawing/2014/main" id="{26486846-5065-47AF-BCC3-5CC7600999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651" name="Google Shape;651;p85">
            <a:extLst xmlns:a="http://schemas.openxmlformats.org/drawingml/2006/main">
              <a:ext uri="{FF2B5EF4-FFF2-40B4-BE49-F238E27FC236}">
                <a16:creationId xmlns:a16="http://schemas.microsoft.com/office/drawing/2014/main" id="{4D6DE9E8-0D2D-4C4E-ACF0-AEB068B458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Date:17/10/2026</a:t>
            </a:r>
            <a:endParaRPr/>
          </a:p>
        </p:txBody>
      </p:sp>
      <p:sp>
        <p:nvSpPr>
          <p:cNvPr id="652" name="Google Shape;652;p85">
            <a:extLst xmlns:a="http://schemas.openxmlformats.org/drawingml/2006/main">
              <a:ext uri="{FF2B5EF4-FFF2-40B4-BE49-F238E27FC236}">
                <a16:creationId xmlns:a16="http://schemas.microsoft.com/office/drawing/2014/main" id="{9476C703-D96D-4ECA-BC24-577A5095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3" name="body-27-76-147">
            <a:extLst xmlns:a="http://schemas.openxmlformats.org/drawingml/2006/main">
              <a:ext uri="{FF2B5EF4-FFF2-40B4-BE49-F238E27FC236}">
                <a16:creationId xmlns:a16="http://schemas.microsoft.com/office/drawing/2014/main" id="{81802457-80CB-4FC9-BE36-C752FD3A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0175"/>
            <a:ext cx="775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Completed v1 run: 28 U1A1 Linear Regression PDFs</a:t>
            </a:r>
          </a:p>
        </p:txBody>
      </p:sp>
      <p:sp>
        <p:nvSpPr>
          <p:cNvPr id="654" name="body-27-76-195">
            <a:extLst xmlns:a="http://schemas.openxmlformats.org/drawingml/2006/main">
              <a:ext uri="{FF2B5EF4-FFF2-40B4-BE49-F238E27FC236}">
                <a16:creationId xmlns:a16="http://schemas.microsoft.com/office/drawing/2014/main" id="{DEEF8675-4FF9-45C6-84CE-D4C3A7A0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775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All 28 produced a provisional total. Five criteria per submission yielded 140 score decisions and 140 feedback items.</a:t>
            </a:r>
          </a:p>
        </p:txBody>
      </p:sp>
      <p:graphicFrame>
        <p:nvGraphicFrame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487D44BF-9519-4C2A-8858-7857A6F2874F}"/>
              </a:ext>
            </a:extLst>
          </p:cNvPr>
          <p:cNvGraphicFramePr/>
          <p:nvPr/>
        </p:nvGraphicFramePr>
        <p:xfrm>
          <a:off xmlns:a="http://schemas.openxmlformats.org/drawingml/2006/main" x="723900" y="2562225"/>
          <a:ext xmlns:a="http://schemas.openxmlformats.org/drawingml/2006/main" cx="7753350" cy="1695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5657850"/>
                <a:gridCol w="1047750"/>
              </a:tblGrid>
              <a:tr h="26670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Question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Evaluation criterion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Marks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</a:tr>
              <a:tr h="2857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Dataset understanding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  <a:tr h="2857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Scatter plots and predictor selection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Sample count: 414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  <a:tr h="2857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Evidence for the chosen train/test split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MAE, MSE and MAPE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</a:tbl>
          </a:graphicData>
        </a:graphic>
      </p:graphicFrame>
      <p:sp>
        <p:nvSpPr>
          <p:cNvPr id="656" name="body-27-76-462">
            <a:extLst xmlns:a="http://schemas.openxmlformats.org/drawingml/2006/main">
              <a:ext uri="{FF2B5EF4-FFF2-40B4-BE49-F238E27FC236}">
                <a16:creationId xmlns:a16="http://schemas.microsoft.com/office/drawing/2014/main" id="{8686A701-E26B-448E-AEE1-A7CC9888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775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AI scores are provisional; human review is required before use as final grades.</a:t>
            </a:r>
          </a:p>
        </p:txBody>
      </p:sp>
    </p:spTree>
    <p:extLst>
      <p:ext uri="{BB962C8B-B14F-4D97-AF65-F5344CB8AC3E}">
        <p14:creationId xmlns:p14="http://schemas.microsoft.com/office/powerpoint/2010/main" val="42781732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8" name="Google Shape;658;p86">
            <a:extLst xmlns:a="http://schemas.openxmlformats.org/drawingml/2006/main">
              <a:ext uri="{FF2B5EF4-FFF2-40B4-BE49-F238E27FC236}">
                <a16:creationId xmlns:a16="http://schemas.microsoft.com/office/drawing/2014/main" id="{0BACE140-5074-4531-A3CF-3C40345152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Score and Feedback Assessment</a:t>
            </a:r>
            <a:endParaRPr sz="4100" b="1">
              <a:solidFill>
                <a:srgbClr val="A4123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59" name="Google Shape;659;p86">
            <a:extLst xmlns:a="http://schemas.openxmlformats.org/drawingml/2006/main">
              <a:ext uri="{FF2B5EF4-FFF2-40B4-BE49-F238E27FC236}">
                <a16:creationId xmlns:a16="http://schemas.microsoft.com/office/drawing/2014/main" id="{221C6328-551D-4374-BAC3-CFA4F5F681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660" name="Google Shape;660;p86">
            <a:extLst xmlns:a="http://schemas.openxmlformats.org/drawingml/2006/main">
              <a:ext uri="{FF2B5EF4-FFF2-40B4-BE49-F238E27FC236}">
                <a16:creationId xmlns:a16="http://schemas.microsoft.com/office/drawing/2014/main" id="{B2B0825B-AFD5-4067-8D0C-5C6CE94E86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Date:17/10/2026</a:t>
            </a:r>
            <a:endParaRPr/>
          </a:p>
        </p:txBody>
      </p:sp>
      <p:sp>
        <p:nvSpPr>
          <p:cNvPr id="661" name="Google Shape;661;p86">
            <a:extLst xmlns:a="http://schemas.openxmlformats.org/drawingml/2006/main">
              <a:ext uri="{FF2B5EF4-FFF2-40B4-BE49-F238E27FC236}">
                <a16:creationId xmlns:a16="http://schemas.microsoft.com/office/drawing/2014/main" id="{F273891D-2B8D-4AF7-93D2-0347BDF9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2" name="body-28-76-149">
            <a:extLst xmlns:a="http://schemas.openxmlformats.org/drawingml/2006/main">
              <a:ext uri="{FF2B5EF4-FFF2-40B4-BE49-F238E27FC236}">
                <a16:creationId xmlns:a16="http://schemas.microsoft.com/office/drawing/2014/main" id="{77FAC2D1-5FF0-4DA5-901E-D744D83A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192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Score and feedback generation</a:t>
            </a:r>
          </a:p>
        </p:txBody>
      </p:sp>
      <p:sp>
        <p:nvSpPr>
          <p:cNvPr id="663" name="body-28-76-195">
            <a:extLst xmlns:a="http://schemas.openxmlformats.org/drawingml/2006/main">
              <a:ext uri="{FF2B5EF4-FFF2-40B4-BE49-F238E27FC236}">
                <a16:creationId xmlns:a16="http://schemas.microsoft.com/office/drawing/2014/main" id="{5AD222C9-66D5-4C2B-8883-EE6ACAB3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3667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1100"/>
              </a:spcAft>
              <a:buChar char="•"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All 28 reports returned valid totals: 107/280 overall, or 3.82/10 on average.</a:t>
            </a:r>
          </a:p>
          <a:p xmlns:a="http://schemas.openxmlformats.org/drawingml/2006/main">
            <a:pPr marL="165100" indent="-114300" algn="l">
              <a:spcAft>
                <a:spcPts val="1100"/>
              </a:spcAft>
              <a:buChar char="•"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Each report covers five criteria and includes a score, evidence, feedback and limitations.</a:t>
            </a:r>
          </a:p>
          <a:p xmlns:a="http://schemas.openxmlformats.org/drawingml/2006/main">
            <a:pPr marL="165100" indent="-114300" algn="l">
              <a:spcAft>
                <a:spcPts val="1100"/>
              </a:spcAft>
              <a:buChar char="•"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Generated feedback: 140 of 140 criterion items.</a:t>
            </a:r>
          </a:p>
        </p:txBody>
      </p:sp>
      <p:sp>
        <p:nvSpPr>
          <p:cNvPr id="664" name="body-28-515-149">
            <a:extLst xmlns:a="http://schemas.openxmlformats.org/drawingml/2006/main">
              <a:ext uri="{FF2B5EF4-FFF2-40B4-BE49-F238E27FC236}">
                <a16:creationId xmlns:a16="http://schemas.microsoft.com/office/drawing/2014/main" id="{2D453415-1648-4802-BF92-5F3252A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19225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Total-score comparison</a:t>
            </a:r>
          </a:p>
        </p:txBody>
      </p:sp>
      <p:sp>
        <p:nvSpPr>
          <p:cNvPr id="665" name="body-28-515-195">
            <a:extLst xmlns:a="http://schemas.openxmlformats.org/drawingml/2006/main">
              <a:ext uri="{FF2B5EF4-FFF2-40B4-BE49-F238E27FC236}">
                <a16:creationId xmlns:a16="http://schemas.microsoft.com/office/drawing/2014/main" id="{E4CC1579-A0D0-45AD-B6D0-7132772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57375"/>
            <a:ext cx="3619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1100"/>
              </a:spcAft>
              <a:buChar char="•"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Transcribed human totals averaged 9.30/10; AI totals averaged 3.82/10.</a:t>
            </a:r>
          </a:p>
          <a:p xmlns:a="http://schemas.openxmlformats.org/drawingml/2006/main">
            <a:pPr marL="165100" indent="-114300" algn="l">
              <a:spcAft>
                <a:spcPts val="1100"/>
              </a:spcAft>
              <a:buChar char="•"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AI totals were lower in 28/28 matched records, with a mean gap of 5.48 marks.</a:t>
            </a:r>
          </a:p>
          <a:p xmlns:a="http://schemas.openxmlformats.org/drawingml/2006/main">
            <a:pPr marL="165100" indent="-114300" algn="l">
              <a:spcAft>
                <a:spcPts val="1100"/>
              </a:spcAft>
              <a:buChar char="•"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This flags under-scoring at total level; it does not identify which criteria were mis-scored.</a:t>
            </a:r>
          </a:p>
        </p:txBody>
      </p:sp>
      <p:sp>
        <p:nvSpPr>
          <p:cNvPr id="666" name="body-28-76-462">
            <a:extLst xmlns:a="http://schemas.openxmlformats.org/drawingml/2006/main">
              <a:ext uri="{FF2B5EF4-FFF2-40B4-BE49-F238E27FC236}">
                <a16:creationId xmlns:a16="http://schemas.microsoft.com/office/drawing/2014/main" id="{05FC4928-9DAE-4F1C-94A4-C26E7CF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775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Human totals were transcribed from screenshots; verify the duplicate Asha submission mapping before formal reporting.</a:t>
            </a:r>
          </a:p>
        </p:txBody>
      </p:sp>
    </p:spTree>
    <p:extLst>
      <p:ext uri="{BB962C8B-B14F-4D97-AF65-F5344CB8AC3E}">
        <p14:creationId xmlns:p14="http://schemas.microsoft.com/office/powerpoint/2010/main" val="165608436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7" name="Google Shape;667;p87">
            <a:extLst xmlns:a="http://schemas.openxmlformats.org/drawingml/2006/main">
              <a:ext uri="{FF2B5EF4-FFF2-40B4-BE49-F238E27FC236}">
                <a16:creationId xmlns:a16="http://schemas.microsoft.com/office/drawing/2014/main" id="{28F0157A-ECB4-49F0-A000-7E219F51C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Question-Wise Score Accuracy</a:t>
            </a:r>
            <a:endParaRPr sz="4100" b="1">
              <a:solidFill>
                <a:srgbClr val="A4123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68" name="Google Shape;668;p87">
            <a:extLst xmlns:a="http://schemas.openxmlformats.org/drawingml/2006/main">
              <a:ext uri="{FF2B5EF4-FFF2-40B4-BE49-F238E27FC236}">
                <a16:creationId xmlns:a16="http://schemas.microsoft.com/office/drawing/2014/main" id="{CB7E63F7-CF7F-44FA-9A3C-15CEB6DDCD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669" name="Google Shape;669;p87">
            <a:extLst xmlns:a="http://schemas.openxmlformats.org/drawingml/2006/main">
              <a:ext uri="{FF2B5EF4-FFF2-40B4-BE49-F238E27FC236}">
                <a16:creationId xmlns:a16="http://schemas.microsoft.com/office/drawing/2014/main" id="{C6BC6282-657A-4FD6-A870-DF25FC3978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Date:17/10/2026</a:t>
            </a:r>
            <a:endParaRPr/>
          </a:p>
        </p:txBody>
      </p:sp>
      <p:sp>
        <p:nvSpPr>
          <p:cNvPr id="670" name="Google Shape;670;p87">
            <a:extLst xmlns:a="http://schemas.openxmlformats.org/drawingml/2006/main">
              <a:ext uri="{FF2B5EF4-FFF2-40B4-BE49-F238E27FC236}">
                <a16:creationId xmlns:a16="http://schemas.microsoft.com/office/drawing/2014/main" id="{B24D3C08-56F1-4673-AA3C-3AF57BBB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1" name="body-29-76-146">
            <a:extLst xmlns:a="http://schemas.openxmlformats.org/drawingml/2006/main">
              <a:ext uri="{FF2B5EF4-FFF2-40B4-BE49-F238E27FC236}">
                <a16:creationId xmlns:a16="http://schemas.microsoft.com/office/drawing/2014/main" id="{45EEE566-D5E6-4D96-B44F-E5B6970D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28 submissions × 5 criteria = 140 possible score comparisons.</a:t>
            </a:r>
          </a:p>
        </p:txBody>
      </p:sp>
      <p:graphicFrame>
        <p:nvGraphicFrame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160DFC6F-123F-4634-8267-20D05FAB279C}"/>
              </a:ext>
            </a:extLst>
          </p:cNvPr>
          <p:cNvGraphicFramePr/>
          <p:nvPr/>
        </p:nvGraphicFramePr>
        <p:xfrm>
          <a:off xmlns:a="http://schemas.openxmlformats.org/drawingml/2006/main" x="723900" y="2038350"/>
          <a:ext xmlns:a="http://schemas.openxmlformats.org/drawingml/2006/main" cx="775335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1714500"/>
                <a:gridCol w="1524000"/>
                <a:gridCol w="1524000"/>
                <a:gridCol w="1524000"/>
              </a:tblGrid>
              <a:tr h="3238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Criterion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Possible pairs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Correct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Wrong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</a:tr>
              <a:tr h="2857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criterion labels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  <a:tr h="2857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criterion labels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criterion labels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  <a:tr h="2857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criterion labels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criterion labels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  <a:tr h="3238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Pending review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73" name="body-29-76-443">
            <a:extLst xmlns:a="http://schemas.openxmlformats.org/drawingml/2006/main">
              <a:ext uri="{FF2B5EF4-FFF2-40B4-BE49-F238E27FC236}">
                <a16:creationId xmlns:a16="http://schemas.microsoft.com/office/drawing/2014/main" id="{7277FBA3-6E6C-48FD-83D1-0CA227F2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7753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The 28 human reference values are totals only; criterion-level human scores are not recorded.</a:t>
            </a:r>
          </a:p>
        </p:txBody>
      </p:sp>
      <p:sp>
        <p:nvSpPr>
          <p:cNvPr id="674" name="body-29-76-471">
            <a:extLst xmlns:a="http://schemas.openxmlformats.org/drawingml/2006/main">
              <a:ext uri="{FF2B5EF4-FFF2-40B4-BE49-F238E27FC236}">
                <a16:creationId xmlns:a16="http://schemas.microsoft.com/office/drawing/2014/main" id="{B41B88E5-F252-48D7-84EB-4BB96991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7753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Correct / wrong counts and accuracy require human-approved marks for each criterion.</a:t>
            </a:r>
          </a:p>
        </p:txBody>
      </p:sp>
    </p:spTree>
    <p:extLst>
      <p:ext uri="{BB962C8B-B14F-4D97-AF65-F5344CB8AC3E}">
        <p14:creationId xmlns:p14="http://schemas.microsoft.com/office/powerpoint/2010/main" val="43383673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7" name="Google Shape;677;p88">
            <a:extLst xmlns:a="http://schemas.openxmlformats.org/drawingml/2006/main">
              <a:ext uri="{FF2B5EF4-FFF2-40B4-BE49-F238E27FC236}">
                <a16:creationId xmlns:a16="http://schemas.microsoft.com/office/drawing/2014/main" id="{25B53188-FFA3-4872-85A6-FFB0165DD0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Feedback Accuracy Assessment</a:t>
            </a:r>
            <a:endParaRPr sz="4100" b="1">
              <a:solidFill>
                <a:srgbClr val="A4123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78" name="Google Shape;678;p88">
            <a:extLst xmlns:a="http://schemas.openxmlformats.org/drawingml/2006/main">
              <a:ext uri="{FF2B5EF4-FFF2-40B4-BE49-F238E27FC236}">
                <a16:creationId xmlns:a16="http://schemas.microsoft.com/office/drawing/2014/main" id="{41B2FE5C-C46E-4839-BE14-472651A52C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679" name="Google Shape;679;p88">
            <a:extLst xmlns:a="http://schemas.openxmlformats.org/drawingml/2006/main">
              <a:ext uri="{FF2B5EF4-FFF2-40B4-BE49-F238E27FC236}">
                <a16:creationId xmlns:a16="http://schemas.microsoft.com/office/drawing/2014/main" id="{C49D915D-5C49-446C-861D-0C0A77FD1F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Date:17/10/2026</a:t>
            </a:r>
            <a:endParaRPr/>
          </a:p>
        </p:txBody>
      </p:sp>
      <p:sp>
        <p:nvSpPr>
          <p:cNvPr id="680" name="Google Shape;680;p88">
            <a:extLst xmlns:a="http://schemas.openxmlformats.org/drawingml/2006/main">
              <a:ext uri="{FF2B5EF4-FFF2-40B4-BE49-F238E27FC236}">
                <a16:creationId xmlns:a16="http://schemas.microsoft.com/office/drawing/2014/main" id="{8ED0CC2E-DDE6-4DEB-8443-69DFC504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1" name="body-30-76-146">
            <a:extLst xmlns:a="http://schemas.openxmlformats.org/drawingml/2006/main">
              <a:ext uri="{FF2B5EF4-FFF2-40B4-BE49-F238E27FC236}">
                <a16:creationId xmlns:a16="http://schemas.microsoft.com/office/drawing/2014/main" id="{57743F82-33CE-46EA-9ECD-FDB0D54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775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The evaluator generated 140 criterion-level feedback items across 28 submissions.</a:t>
            </a:r>
          </a:p>
        </p:txBody>
      </p:sp>
      <p:graphicFrame>
        <p:nvGraphicFrame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FB8DBBC8-6896-448C-A5F6-8B93DFF58FAB}"/>
              </a:ext>
            </a:extLst>
          </p:cNvPr>
          <p:cNvGraphicFramePr/>
          <p:nvPr/>
        </p:nvGraphicFramePr>
        <p:xfrm>
          <a:off xmlns:a="http://schemas.openxmlformats.org/drawingml/2006/main" x="723900" y="2019300"/>
          <a:ext xmlns:a="http://schemas.openxmlformats.org/drawingml/2006/main" cx="775335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086350"/>
                <a:gridCol w="1143000"/>
              </a:tblGrid>
              <a:tr h="3238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 outcome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Decision rule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Count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</a:tr>
              <a:tr h="49530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Correct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Accurate, relevant and supported by the PDF; follows the rubric.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  <a:tr h="5143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Wrong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Factual error, unsupported claim, missed issue or incorrect advice.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Unverified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Missing output or unresolved reviewer judgment.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assessed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</a:tbl>
          </a:graphicData>
        </a:graphic>
      </p:graphicFrame>
      <p:sp>
        <p:nvSpPr>
          <p:cNvPr id="683" name="body-30-76-440">
            <a:extLst xmlns:a="http://schemas.openxmlformats.org/drawingml/2006/main">
              <a:ext uri="{FF2B5EF4-FFF2-40B4-BE49-F238E27FC236}">
                <a16:creationId xmlns:a16="http://schemas.microsoft.com/office/drawing/2014/main" id="{BD3A8816-4D74-4B34-80F8-E1FF7D3B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7753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Feedback accuracy = correct / (correct + wrong), once items are independently reviewed.</a:t>
            </a:r>
          </a:p>
        </p:txBody>
      </p:sp>
      <p:sp>
        <p:nvSpPr>
          <p:cNvPr id="684" name="body-30-76-471">
            <a:extLst xmlns:a="http://schemas.openxmlformats.org/drawingml/2006/main">
              <a:ext uri="{FF2B5EF4-FFF2-40B4-BE49-F238E27FC236}">
                <a16:creationId xmlns:a16="http://schemas.microsoft.com/office/drawing/2014/main" id="{8CFE6E72-A368-4944-A159-DCE07CD9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775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200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200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200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200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200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200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200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200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200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No human feedback labels are stored; 140 items still need review against the PDF.</a:t>
            </a:r>
          </a:p>
        </p:txBody>
      </p:sp>
    </p:spTree>
    <p:extLst>
      <p:ext uri="{BB962C8B-B14F-4D97-AF65-F5344CB8AC3E}">
        <p14:creationId xmlns:p14="http://schemas.microsoft.com/office/powerpoint/2010/main" val="86787265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7" name="Google Shape;687;p89">
            <a:extLst xmlns:a="http://schemas.openxmlformats.org/drawingml/2006/main">
              <a:ext uri="{FF2B5EF4-FFF2-40B4-BE49-F238E27FC236}">
                <a16:creationId xmlns:a16="http://schemas.microsoft.com/office/drawing/2014/main" id="{25D3FF28-4DED-4AD7-A102-E7167C3FB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System Requirements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89" name="Google Shape;689;p89">
            <a:extLst xmlns:a="http://schemas.openxmlformats.org/drawingml/2006/main">
              <a:ext uri="{FF2B5EF4-FFF2-40B4-BE49-F238E27FC236}">
                <a16:creationId xmlns:a16="http://schemas.microsoft.com/office/drawing/2014/main" id="{FA1D5AC1-8212-409C-932E-CC238C2618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690" name="Google Shape;690;p89">
            <a:extLst xmlns:a="http://schemas.openxmlformats.org/drawingml/2006/main">
              <a:ext uri="{FF2B5EF4-FFF2-40B4-BE49-F238E27FC236}">
                <a16:creationId xmlns:a16="http://schemas.microsoft.com/office/drawing/2014/main" id="{9E415DEF-C76A-4655-9680-D2E9CF034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693" name="Google Shape;693;p89">
            <a:extLst xmlns:a="http://schemas.openxmlformats.org/drawingml/2006/main">
              <a:ext uri="{FF2B5EF4-FFF2-40B4-BE49-F238E27FC236}">
                <a16:creationId xmlns:a16="http://schemas.microsoft.com/office/drawing/2014/main" id="{093E41E1-AD8D-4BAA-8E09-23D2B2E8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4" name="body-31-76-145">
            <a:extLst xmlns:a="http://schemas.openxmlformats.org/drawingml/2006/main">
              <a:ext uri="{FF2B5EF4-FFF2-40B4-BE49-F238E27FC236}">
                <a16:creationId xmlns:a16="http://schemas.microsoft.com/office/drawing/2014/main" id="{C388DB1F-D7B0-4B26-BFB2-B5AC32C4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775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Hardware Requirements</a:t>
            </a:r>
          </a:p>
        </p:txBody>
      </p:sp>
      <p:graphicFrame>
        <p:nvGraphicFrame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4DA12F7F-0307-48A6-9BC2-16428B56FA37}"/>
              </a:ext>
            </a:extLst>
          </p:cNvPr>
          <p:cNvGraphicFramePr/>
          <p:nvPr/>
        </p:nvGraphicFramePr>
        <p:xfrm>
          <a:off xmlns:a="http://schemas.openxmlformats.org/drawingml/2006/main" x="723900" y="1752600"/>
          <a:ext xmlns:a="http://schemas.openxmlformats.org/drawingml/2006/main" cx="7753350" cy="100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"/>
                <a:gridCol w="4143375"/>
                <a:gridCol w="1095375"/>
                <a:gridCol w="1895475"/>
              </a:tblGrid>
              <a:tr h="409575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Sl No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 Name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Vendor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Available/To be purchased?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</a:tr>
              <a:tr h="5905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Standard Development Workstation (Minimum 16GB RAM, multi-core processor)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</a:tbl>
          </a:graphicData>
        </a:graphic>
      </p:graphicFrame>
      <p:sp>
        <p:nvSpPr>
          <p:cNvPr id="696" name="body-31-76-302">
            <a:extLst xmlns:a="http://schemas.openxmlformats.org/drawingml/2006/main">
              <a:ext uri="{FF2B5EF4-FFF2-40B4-BE49-F238E27FC236}">
                <a16:creationId xmlns:a16="http://schemas.microsoft.com/office/drawing/2014/main" id="{F25CF17A-4489-42D2-8383-7321309B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775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Software Requirements</a:t>
            </a:r>
          </a:p>
        </p:txBody>
      </p:sp>
      <p:graphicFrame>
        <p:nvGraphicFrame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41D621E0-DD39-49A2-9719-147AB65D3715}"/>
              </a:ext>
            </a:extLst>
          </p:cNvPr>
          <p:cNvGraphicFramePr/>
          <p:nvPr/>
        </p:nvGraphicFramePr>
        <p:xfrm>
          <a:off xmlns:a="http://schemas.openxmlformats.org/drawingml/2006/main" x="723900" y="3238500"/>
          <a:ext xmlns:a="http://schemas.openxmlformats.org/drawingml/2006/main" cx="7753350" cy="133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"/>
                <a:gridCol w="3905250"/>
                <a:gridCol w="1714500"/>
                <a:gridCol w="1514475"/>
              </a:tblGrid>
              <a:tr h="45720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Sl No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Software Name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Open source/Licensed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Been installed in lab PC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</a:tr>
              <a:tr h="87630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Python; Streamlit; PyMuPDF; local Ollama runtime; qwen3:4b-instruct model.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Open source / local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Installed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9445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8" name="Google Shape;698;p90">
            <a:extLst xmlns:a="http://schemas.openxmlformats.org/drawingml/2006/main">
              <a:ext uri="{FF2B5EF4-FFF2-40B4-BE49-F238E27FC236}">
                <a16:creationId xmlns:a16="http://schemas.microsoft.com/office/drawing/2014/main" id="{CB84E34B-6C42-44FE-B39C-8492F6397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Publication Details (Targeted)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99" name="Google Shape;699;p90">
            <a:extLst xmlns:a="http://schemas.openxmlformats.org/drawingml/2006/main">
              <a:ext uri="{FF2B5EF4-FFF2-40B4-BE49-F238E27FC236}">
                <a16:creationId xmlns:a16="http://schemas.microsoft.com/office/drawing/2014/main" id="{C5766338-0929-42FD-8269-8CD18892D6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700" name="Google Shape;700;p90">
            <a:extLst xmlns:a="http://schemas.openxmlformats.org/drawingml/2006/main">
              <a:ext uri="{FF2B5EF4-FFF2-40B4-BE49-F238E27FC236}">
                <a16:creationId xmlns:a16="http://schemas.microsoft.com/office/drawing/2014/main" id="{8A4A86EC-875F-4918-A778-27E8FD6C6B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702" name="Google Shape;702;p90">
            <a:extLst xmlns:a="http://schemas.openxmlformats.org/drawingml/2006/main">
              <a:ext uri="{FF2B5EF4-FFF2-40B4-BE49-F238E27FC236}">
                <a16:creationId xmlns:a16="http://schemas.microsoft.com/office/drawing/2014/main" id="{0F349F47-15C2-49B6-9CF0-1A3A16DF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F681CC2B-85C9-436B-88D2-D1CA7620B0CD}"/>
              </a:ext>
            </a:extLst>
          </p:cNvPr>
          <p:cNvGraphicFramePr/>
          <p:nvPr/>
        </p:nvGraphicFramePr>
        <p:xfrm>
          <a:off xmlns:a="http://schemas.openxmlformats.org/drawingml/2006/main" x="723900" y="1476375"/>
          <a:ext xmlns:a="http://schemas.openxmlformats.org/drawingml/2006/main" cx="77533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619250"/>
                <a:gridCol w="1190625"/>
                <a:gridCol w="1190625"/>
                <a:gridCol w="1371600"/>
              </a:tblGrid>
              <a:tr h="6667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Name of Conference/Journal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Place &amp; Conference Date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Submission Date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Acceptance Date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Scopus Indexed(Y/N)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T w="6668">
                      <a:solidFill>
                        <a:srgbClr val="D4C4CA"/>
                      </a:solidFill>
                      <a:prstDash val="solid"/>
                    </a:lnT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A4123F"/>
                    </a:solidFill>
                  </a:tcPr>
                </a:tc>
              </a:tr>
              <a:tr h="1809750"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 International Conference on Advanced VLSI Design, AI Solutions, and Reconfigurable Technology Applications (AVARTA)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4C4CA"/>
                      </a:solidFill>
                      <a:prstDash val="solid"/>
                    </a:lnL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Thanjavur, Tamil Nadu, India Sastra University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9-11- 2026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19-12-2026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  <a:tc>
                  <a:txBody>
                    <a:bodyPr lIns="85725" tIns="57150" rIns="85725" bIns="5715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20212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4C4CA"/>
                      </a:solidFill>
                      <a:prstDash val="solid"/>
                    </a:lnR>
                    <a:lnB w="6668">
                      <a:solidFill>
                        <a:srgbClr val="D4C4CA"/>
                      </a:solidFill>
                      <a:prstDash val="solid"/>
                    </a:lnB>
                    <a:solidFill>
                      <a:srgbClr val="FAF5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462068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7" name="Google Shape;707;p91">
            <a:extLst xmlns:a="http://schemas.openxmlformats.org/drawingml/2006/main">
              <a:ext uri="{FF2B5EF4-FFF2-40B4-BE49-F238E27FC236}">
                <a16:creationId xmlns:a16="http://schemas.microsoft.com/office/drawing/2014/main" id="{C7B8CC8C-2ACD-4B7F-9EC5-745BC78653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Deliverables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09" name="Google Shape;709;p91">
            <a:extLst xmlns:a="http://schemas.openxmlformats.org/drawingml/2006/main">
              <a:ext uri="{FF2B5EF4-FFF2-40B4-BE49-F238E27FC236}">
                <a16:creationId xmlns:a16="http://schemas.microsoft.com/office/drawing/2014/main" id="{E46F58B3-5DA2-4C89-BCBD-E8236BA33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710" name="Google Shape;710;p91">
            <a:extLst xmlns:a="http://schemas.openxmlformats.org/drawingml/2006/main">
              <a:ext uri="{FF2B5EF4-FFF2-40B4-BE49-F238E27FC236}">
                <a16:creationId xmlns:a16="http://schemas.microsoft.com/office/drawing/2014/main" id="{0DCB7EB2-6820-496F-A76C-0A44F45BA2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Date:22/09/2026</a:t>
            </a:r>
            <a:endParaRPr/>
          </a:p>
        </p:txBody>
      </p:sp>
      <p:sp>
        <p:nvSpPr>
          <p:cNvPr id="711" name="Google Shape;711;p91">
            <a:extLst xmlns:a="http://schemas.openxmlformats.org/drawingml/2006/main">
              <a:ext uri="{FF2B5EF4-FFF2-40B4-BE49-F238E27FC236}">
                <a16:creationId xmlns:a16="http://schemas.microsoft.com/office/drawing/2014/main" id="{210D4CAA-644D-4954-8040-00122120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2" name="body-33-77-161">
            <a:extLst xmlns:a="http://schemas.openxmlformats.org/drawingml/2006/main">
              <a:ext uri="{FF2B5EF4-FFF2-40B4-BE49-F238E27FC236}">
                <a16:creationId xmlns:a16="http://schemas.microsoft.com/office/drawing/2014/main" id="{43BC2215-A232-46E5-8A5C-CC28791B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33525"/>
            <a:ext cx="775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Automated ML Assignment Evaluator</a:t>
            </a:r>
          </a:p>
        </p:txBody>
      </p:sp>
      <p:sp>
        <p:nvSpPr>
          <p:cNvPr id="713" name="body-33-77-202">
            <a:extLst xmlns:a="http://schemas.openxmlformats.org/drawingml/2006/main">
              <a:ext uri="{FF2B5EF4-FFF2-40B4-BE49-F238E27FC236}">
                <a16:creationId xmlns:a16="http://schemas.microsoft.com/office/drawing/2014/main" id="{C037C480-59CC-4345-8480-17664732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775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Agentic AI system for rubric-based evaluation.</a:t>
            </a:r>
          </a:p>
        </p:txBody>
      </p:sp>
      <p:sp>
        <p:nvSpPr>
          <p:cNvPr id="714" name="body-33-77-264">
            <a:extLst xmlns:a="http://schemas.openxmlformats.org/drawingml/2006/main">
              <a:ext uri="{FF2B5EF4-FFF2-40B4-BE49-F238E27FC236}">
                <a16:creationId xmlns:a16="http://schemas.microsoft.com/office/drawing/2014/main" id="{72DAF203-E690-4B07-840E-5E34F32A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14600"/>
            <a:ext cx="775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Evaluation Dataset</a:t>
            </a:r>
          </a:p>
        </p:txBody>
      </p:sp>
      <p:sp>
        <p:nvSpPr>
          <p:cNvPr id="715" name="body-33-77-305">
            <a:extLst xmlns:a="http://schemas.openxmlformats.org/drawingml/2006/main">
              <a:ext uri="{FF2B5EF4-FFF2-40B4-BE49-F238E27FC236}">
                <a16:creationId xmlns:a16="http://schemas.microsoft.com/office/drawing/2014/main" id="{106481B9-B672-44D6-A463-22DEE97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05125"/>
            <a:ext cx="775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ML assignments with AI scores, human scores and feedback.</a:t>
            </a:r>
          </a:p>
        </p:txBody>
      </p:sp>
      <p:sp>
        <p:nvSpPr>
          <p:cNvPr id="716" name="body-33-77-367">
            <a:extLst xmlns:a="http://schemas.openxmlformats.org/drawingml/2006/main">
              <a:ext uri="{FF2B5EF4-FFF2-40B4-BE49-F238E27FC236}">
                <a16:creationId xmlns:a16="http://schemas.microsoft.com/office/drawing/2014/main" id="{CFD5E149-8AAA-4D40-969F-DE230E7A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95675"/>
            <a:ext cx="775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Performance &amp; Error Analysis</a:t>
            </a:r>
          </a:p>
        </p:txBody>
      </p:sp>
      <p:sp>
        <p:nvSpPr>
          <p:cNvPr id="717" name="body-33-77-408">
            <a:extLst xmlns:a="http://schemas.openxmlformats.org/drawingml/2006/main">
              <a:ext uri="{FF2B5EF4-FFF2-40B4-BE49-F238E27FC236}">
                <a16:creationId xmlns:a16="http://schemas.microsoft.com/office/drawing/2014/main" id="{4C167797-06C7-42BB-8C87-802E5AB9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86200"/>
            <a:ext cx="775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AI–human comparison using evaluation metrics and identified errors.</a:t>
            </a:r>
          </a:p>
        </p:txBody>
      </p:sp>
    </p:spTree>
    <p:extLst>
      <p:ext uri="{BB962C8B-B14F-4D97-AF65-F5344CB8AC3E}">
        <p14:creationId xmlns:p14="http://schemas.microsoft.com/office/powerpoint/2010/main" val="151508040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6" name="Google Shape;716;p92">
            <a:extLst xmlns:a="http://schemas.openxmlformats.org/drawingml/2006/main">
              <a:ext uri="{FF2B5EF4-FFF2-40B4-BE49-F238E27FC236}">
                <a16:creationId xmlns:a16="http://schemas.microsoft.com/office/drawing/2014/main" id="{C8338D16-ADFD-46CE-A11F-7D28B94EAE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Agent-Count Experiment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18" name="Google Shape;718;p92">
            <a:extLst xmlns:a="http://schemas.openxmlformats.org/drawingml/2006/main">
              <a:ext uri="{FF2B5EF4-FFF2-40B4-BE49-F238E27FC236}">
                <a16:creationId xmlns:a16="http://schemas.microsoft.com/office/drawing/2014/main" id="{085444AC-5563-4F15-BDCA-8DB12ED742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90500" y="4857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fld id="{00000000-1234-1234-1234-123412341234}" type="slidenum">
              <a:rPr sz="90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‹#›</a:t>
            </a:fld>
            <a:endParaRPr/>
          </a:p>
        </p:txBody>
      </p:sp>
      <p:sp>
        <p:nvSpPr>
          <p:cNvPr id="719" name="Google Shape;719;p92">
            <a:extLst xmlns:a="http://schemas.openxmlformats.org/drawingml/2006/main">
              <a:ext uri="{FF2B5EF4-FFF2-40B4-BE49-F238E27FC236}">
                <a16:creationId xmlns:a16="http://schemas.microsoft.com/office/drawing/2014/main" id="{96AEFAE2-D9D3-4613-8639-927A62B731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619875" y="48863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788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Date:17/10/2026</a:t>
            </a:r>
            <a:endParaRPr/>
          </a:p>
        </p:txBody>
      </p:sp>
      <p:sp>
        <p:nvSpPr>
          <p:cNvPr id="720" name="Google Shape;720;p92">
            <a:extLst xmlns:a="http://schemas.openxmlformats.org/drawingml/2006/main">
              <a:ext uri="{FF2B5EF4-FFF2-40B4-BE49-F238E27FC236}">
                <a16:creationId xmlns:a16="http://schemas.microsoft.com/office/drawing/2014/main" id="{56155DDF-3F77-4DEF-9CEC-3E59EA72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defPPr algn="l"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>
                <a:solidFill>
                  <a:srgbClr val="FFC000"/>
                </a:solidFill>
                <a:latin typeface="Calibri"/>
                <a:ea typeface="Calibri"/>
                <a:cs typeface="Calibri"/>
              </a:defRPr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1" name="body-34-77-149">
            <a:extLst xmlns:a="http://schemas.openxmlformats.org/drawingml/2006/main">
              <a:ext uri="{FF2B5EF4-FFF2-40B4-BE49-F238E27FC236}">
                <a16:creationId xmlns:a16="http://schemas.microsoft.com/office/drawing/2014/main" id="{70F097BC-4660-4A2A-ACD0-B3ECC243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19225"/>
            <a:ext cx="775335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One U1A1 submission; same rubric and local model (qwen3:4b-instruct). Each reviewer was a seeded independent request.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1 reviewer: 6/10 consensus; 100% agreement*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2 reviewers: 5/10; 90.0% agreement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3 reviewers: 6/10; 86.7% agreement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4 reviewers: 6/10; 90.0% agreement</a:t>
            </a:r>
          </a:p>
          <a:p xmlns:a="http://schemas.openxmlformats.org/drawingml/2006/main">
            <a:pPr marL="165100" indent="-114300" algn="l">
              <a:spcAft>
                <a:spcPts val="900"/>
              </a:spcAft>
              <a:buChar char="•"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*The one-reviewer baseline is 100% by definition.</a:t>
            </a:r>
          </a:p>
        </p:txBody>
      </p:sp>
      <p:sp>
        <p:nvSpPr>
          <p:cNvPr id="722" name="body-34-77-420">
            <a:extLst xmlns:a="http://schemas.openxmlformats.org/drawingml/2006/main">
              <a:ext uri="{FF2B5EF4-FFF2-40B4-BE49-F238E27FC236}">
                <a16:creationId xmlns:a16="http://schemas.microsoft.com/office/drawing/2014/main" id="{D4F2ED1C-DB26-4F3B-ACB9-1B0B4EE9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0"/>
            <a:ext cx="7753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 sz="16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The consensus stayed at 6/10 from three to four reviewers. This measures repeatability on one PDF, not agreement with human grading; feedback quality was not measured.</a:t>
            </a:r>
          </a:p>
        </p:txBody>
      </p:sp>
    </p:spTree>
    <p:extLst>
      <p:ext uri="{BB962C8B-B14F-4D97-AF65-F5344CB8AC3E}">
        <p14:creationId xmlns:p14="http://schemas.microsoft.com/office/powerpoint/2010/main" val="118882722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5" name="Google Shape;725;p93">
            <a:extLst xmlns:a="http://schemas.openxmlformats.org/drawingml/2006/main">
              <a:ext uri="{FF2B5EF4-FFF2-40B4-BE49-F238E27FC236}">
                <a16:creationId xmlns:a16="http://schemas.microsoft.com/office/drawing/2014/main" id="{A5C2FF45-D1BE-4FEE-AE88-CE8A9B09A8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0125" y="723900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 fontScale="91120"/>
          </a:bodyPr>
          <a:lstStyle xmlns:a="http://schemas.openxmlformats.org/drawingml/2006/main">
            <a:defPPr algn="l"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  <a:def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A4123F"/>
                </a:solidFill>
                <a:latin typeface="Times New Roman"/>
                <a:ea typeface="Times New Roman"/>
                <a:cs typeface="Times New Roman"/>
              </a:rPr>
              <a:t>Limitations and Next Steps</a:t>
            </a:r>
            <a:endParaRPr>
              <a:latin typeface="Georgia"/>
              <a:ea typeface="Georgia"/>
              <a:cs typeface="Georgia"/>
            </a:endParaRPr>
          </a:p>
        </p:txBody>
      </p:sp>
      <p:sp>
        <p:nvSpPr>
          <p:cNvPr id="726" name="Google Shape;726;p93">
            <a:extLst xmlns:a="http://schemas.openxmlformats.org/drawingml/2006/main">
              <a:ext uri="{FF2B5EF4-FFF2-40B4-BE49-F238E27FC236}">
                <a16:creationId xmlns:a16="http://schemas.microsoft.com/office/drawing/2014/main" id="{193A5BCA-721B-4AFC-A3A8-D92A35BA2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42876" y="4785798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727" name="Google Shape;727;p93">
            <a:extLst xmlns:a="http://schemas.openxmlformats.org/drawingml/2006/main">
              <a:ext uri="{FF2B5EF4-FFF2-40B4-BE49-F238E27FC236}">
                <a16:creationId xmlns:a16="http://schemas.microsoft.com/office/drawing/2014/main" id="{C271DD7C-174B-4319-AAF1-7D44C38AB2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856969" y="4785798"/>
            <a:ext cx="2057400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>Date:17/10/2026</a:t>
            </a:r>
            <a:endParaRPr/>
          </a:p>
        </p:txBody>
      </p:sp>
      <p:sp>
        <p:nvSpPr>
          <p:cNvPr id="728" name="Google Shape;728;p93">
            <a:extLst xmlns:a="http://schemas.openxmlformats.org/drawingml/2006/main">
              <a:ext uri="{FF2B5EF4-FFF2-40B4-BE49-F238E27FC236}">
                <a16:creationId xmlns:a16="http://schemas.microsoft.com/office/drawing/2014/main" id="{FEC8C003-7506-4E9C-AB90-D1CE36DD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788" y="4785806"/>
            <a:ext cx="4185675" cy="27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Agentic AI Framework for Automated Evaluation of Machine Learning Assignments </a:t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9" name="limitations-and-next-steps">
            <a:extLst xmlns:a="http://schemas.openxmlformats.org/drawingml/2006/main">
              <a:ext uri="{FF2B5EF4-FFF2-40B4-BE49-F238E27FC236}">
                <a16:creationId xmlns:a16="http://schemas.microsoft.com/office/drawing/2014/main" id="{8E5BC08A-124D-4E99-9358-72B0451E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7715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Limitations</a:t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• Human criterion-level marks are not recorded, so question-wise correct/wrong counts cannot be calculated.</a:t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• Feedback correctness has not been independently reviewed against the original PDFs.</a:t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• The reviewer-count experiment covers one submission and repeated calls to one model; it measures consistency only.</a:t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• Text extraction may miss plots and screenshots; visual verification remains necessary.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Next steps</a:t>
            </a:r>
          </a:p>
          <a:p xmlns:a="http://schemas.openxmlformats.org/drawingml/2006/main">
            <a:pPr algn="l">
              <a:def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Review all 140 score decisions and 140 feedback items, calculate criterion-level accuracy, and repeat the reviewer-count study across the 28 submissions. Apply the same analysis to SA-type assignments when those submissions are available.</a:t>
            </a:r>
          </a:p>
        </p:txBody>
      </p:sp>
    </p:spTree>
    <p:extLst>
      <p:ext uri="{BB962C8B-B14F-4D97-AF65-F5344CB8AC3E}">
        <p14:creationId xmlns:p14="http://schemas.microsoft.com/office/powerpoint/2010/main" val="131994000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2026-10-17T06:48:23.9280000Z</dcterms:created>
  <dcterms:modified xsi:type="dcterms:W3CDTF">2026-10-17T06:48:23.9280000Z</dcterms:modified>
</coreProperties>
</file>